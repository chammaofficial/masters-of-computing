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39" r:id="rId1"/>
  </p:sldMasterIdLst>
  <p:notesMasterIdLst>
    <p:notesMasterId r:id="rId18"/>
  </p:notesMasterIdLst>
  <p:sldIdLst>
    <p:sldId id="256" r:id="rId2"/>
    <p:sldId id="265" r:id="rId3"/>
    <p:sldId id="257" r:id="rId4"/>
    <p:sldId id="276" r:id="rId5"/>
    <p:sldId id="261" r:id="rId6"/>
    <p:sldId id="267" r:id="rId7"/>
    <p:sldId id="268" r:id="rId8"/>
    <p:sldId id="262" r:id="rId9"/>
    <p:sldId id="269" r:id="rId10"/>
    <p:sldId id="270" r:id="rId11"/>
    <p:sldId id="271" r:id="rId12"/>
    <p:sldId id="272" r:id="rId13"/>
    <p:sldId id="273" r:id="rId14"/>
    <p:sldId id="274" r:id="rId15"/>
    <p:sldId id="27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90" autoAdjust="0"/>
    <p:restoredTop sz="79048" autoAdjust="0"/>
  </p:normalViewPr>
  <p:slideViewPr>
    <p:cSldViewPr>
      <p:cViewPr varScale="1">
        <p:scale>
          <a:sx n="100" d="100"/>
          <a:sy n="100" d="100"/>
        </p:scale>
        <p:origin x="2544" y="1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1B4BD983-C38F-BB93-D0CD-70822502195F}"/>
              </a:ext>
            </a:extLst>
          </p:cNvPr>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en-US"/>
          </a:p>
        </p:txBody>
      </p:sp>
      <p:sp>
        <p:nvSpPr>
          <p:cNvPr id="88067" name="Rectangle 3">
            <a:extLst>
              <a:ext uri="{FF2B5EF4-FFF2-40B4-BE49-F238E27FC236}">
                <a16:creationId xmlns:a16="http://schemas.microsoft.com/office/drawing/2014/main" id="{B5CBC242-FEDC-62F6-7E7E-0DD636E31412}"/>
              </a:ext>
            </a:extLst>
          </p:cNvPr>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en-US"/>
          </a:p>
        </p:txBody>
      </p:sp>
      <p:sp>
        <p:nvSpPr>
          <p:cNvPr id="2052" name="Rectangle 4">
            <a:extLst>
              <a:ext uri="{FF2B5EF4-FFF2-40B4-BE49-F238E27FC236}">
                <a16:creationId xmlns:a16="http://schemas.microsoft.com/office/drawing/2014/main" id="{E20FB195-87A4-0A90-A7E7-4B6C88F48BF1}"/>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8069" name="Rectangle 5">
            <a:extLst>
              <a:ext uri="{FF2B5EF4-FFF2-40B4-BE49-F238E27FC236}">
                <a16:creationId xmlns:a16="http://schemas.microsoft.com/office/drawing/2014/main" id="{340BB9CD-C3AB-0E60-88C0-C6D498CBFDEF}"/>
              </a:ext>
            </a:extLst>
          </p:cNvPr>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88070" name="Rectangle 6">
            <a:extLst>
              <a:ext uri="{FF2B5EF4-FFF2-40B4-BE49-F238E27FC236}">
                <a16:creationId xmlns:a16="http://schemas.microsoft.com/office/drawing/2014/main" id="{A1FF4438-0FBB-24BA-A5DC-218AF6E04340}"/>
              </a:ext>
            </a:extLst>
          </p:cNvPr>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en-US"/>
          </a:p>
        </p:txBody>
      </p:sp>
      <p:sp>
        <p:nvSpPr>
          <p:cNvPr id="88071" name="Rectangle 7">
            <a:extLst>
              <a:ext uri="{FF2B5EF4-FFF2-40B4-BE49-F238E27FC236}">
                <a16:creationId xmlns:a16="http://schemas.microsoft.com/office/drawing/2014/main" id="{039E5993-D619-B55D-4AF5-3D32AF4D53A3}"/>
              </a:ext>
            </a:extLst>
          </p:cNvPr>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a:lvl1pPr>
          </a:lstStyle>
          <a:p>
            <a:fld id="{4C514820-0549-4B42-B32F-C6BCDBB8510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en.wikipedia.org/wiki/Information" TargetMode="External"/><Relationship Id="rId2" Type="http://schemas.openxmlformats.org/officeDocument/2006/relationships/slide" Target="../slides/slide6.xml"/><Relationship Id="rId1" Type="http://schemas.openxmlformats.org/officeDocument/2006/relationships/notesMaster" Target="../notesMasters/notesMaster1.xml"/><Relationship Id="rId5" Type="http://schemas.openxmlformats.org/officeDocument/2006/relationships/hyperlink" Target="https://en.wikipedia.org/wiki/Information_security#cite_note-AndressTheBasics14-2" TargetMode="External"/><Relationship Id="rId4" Type="http://schemas.openxmlformats.org/officeDocument/2006/relationships/hyperlink" Target="https://en.wikipedia.org/wiki/Information_security#cite_note-:0-1"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a:extLst>
              <a:ext uri="{FF2B5EF4-FFF2-40B4-BE49-F238E27FC236}">
                <a16:creationId xmlns:a16="http://schemas.microsoft.com/office/drawing/2014/main" id="{211173E5-CCB7-9245-391A-5EF209D0604D}"/>
              </a:ext>
            </a:extLst>
          </p:cNvPr>
          <p:cNvSpPr>
            <a:spLocks noGrp="1" noRot="1" noChangeAspect="1" noTextEdit="1"/>
          </p:cNvSpPr>
          <p:nvPr>
            <p:ph type="sldImg"/>
          </p:nvPr>
        </p:nvSpPr>
        <p:spPr>
          <a:ln/>
        </p:spPr>
      </p:sp>
      <p:sp>
        <p:nvSpPr>
          <p:cNvPr id="4099" name="Notes Placeholder 2">
            <a:extLst>
              <a:ext uri="{FF2B5EF4-FFF2-40B4-BE49-F238E27FC236}">
                <a16:creationId xmlns:a16="http://schemas.microsoft.com/office/drawing/2014/main" id="{42649868-26A3-C25F-8828-2F35804CAE11}"/>
              </a:ext>
            </a:extLst>
          </p:cNvPr>
          <p:cNvSpPr>
            <a:spLocks noGrp="1"/>
          </p:cNvSpPr>
          <p:nvPr>
            <p:ph type="body" idx="1"/>
          </p:nvPr>
        </p:nvSpPr>
        <p:spPr>
          <a:noFill/>
        </p:spPr>
        <p:txBody>
          <a:bodyPr/>
          <a:lstStyle/>
          <a:p>
            <a:endParaRPr lang="en-AU" altLang="en-US"/>
          </a:p>
        </p:txBody>
      </p:sp>
      <p:sp>
        <p:nvSpPr>
          <p:cNvPr id="4100" name="Slide Number Placeholder 3">
            <a:extLst>
              <a:ext uri="{FF2B5EF4-FFF2-40B4-BE49-F238E27FC236}">
                <a16:creationId xmlns:a16="http://schemas.microsoft.com/office/drawing/2014/main" id="{B6CE12CC-42C2-B0D4-252C-B85F90E4B56D}"/>
              </a:ext>
            </a:extLst>
          </p:cNvPr>
          <p:cNvSpPr>
            <a:spLocks noGrp="1"/>
          </p:cNvSpPr>
          <p:nvPr>
            <p:ph type="sldNum" sz="quarter" idx="5"/>
          </p:nvPr>
        </p:nvSpPr>
        <p:spPr>
          <a:noFill/>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02DF7B9E-E40A-E143-B9F6-0A62CB6A9374}" type="slidenum">
              <a:rPr lang="en-US" altLang="en-US" sz="1200"/>
              <a:pPr/>
              <a:t>1</a:t>
            </a:fld>
            <a:endParaRPr lang="en-US" alt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u="none" strike="noStrike" dirty="0">
                <a:solidFill>
                  <a:srgbClr val="000000"/>
                </a:solidFill>
                <a:effectLst/>
                <a:latin typeface="-webkit-standard"/>
              </a:rPr>
              <a:t>Today, we're diving into the core of our data security unit. This slide lays out our roadmap. We're going to cover the main ideas that underpin data security, get into the details, talk about how we protect our data, and even touch on the ethical side of things.</a:t>
            </a:r>
          </a:p>
          <a:p>
            <a:endParaRPr lang="en-US" dirty="0"/>
          </a:p>
        </p:txBody>
      </p:sp>
      <p:sp>
        <p:nvSpPr>
          <p:cNvPr id="4" name="Slide Number Placeholder 3"/>
          <p:cNvSpPr>
            <a:spLocks noGrp="1"/>
          </p:cNvSpPr>
          <p:nvPr>
            <p:ph type="sldNum" sz="quarter" idx="5"/>
          </p:nvPr>
        </p:nvSpPr>
        <p:spPr/>
        <p:txBody>
          <a:bodyPr/>
          <a:lstStyle/>
          <a:p>
            <a:fld id="{4C514820-0549-4B42-B32F-C6BCDBB85108}" type="slidenum">
              <a:rPr lang="en-US" altLang="en-US" smtClean="0"/>
              <a:pPr/>
              <a:t>3</a:t>
            </a:fld>
            <a:endParaRPr lang="en-US" altLang="en-US"/>
          </a:p>
        </p:txBody>
      </p:sp>
    </p:spTree>
    <p:extLst>
      <p:ext uri="{BB962C8B-B14F-4D97-AF65-F5344CB8AC3E}">
        <p14:creationId xmlns:p14="http://schemas.microsoft.com/office/powerpoint/2010/main" val="3616066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0B313422-F9BB-E411-3F1F-CDF54A361164}"/>
              </a:ext>
            </a:extLst>
          </p:cNvPr>
          <p:cNvSpPr>
            <a:spLocks noGrp="1" noRot="1" noChangeAspect="1" noTextEdit="1"/>
          </p:cNvSpPr>
          <p:nvPr>
            <p:ph type="sldImg"/>
          </p:nvPr>
        </p:nvSpPr>
        <p:spPr>
          <a:ln/>
        </p:spPr>
      </p:sp>
      <p:sp>
        <p:nvSpPr>
          <p:cNvPr id="8195" name="Notes Placeholder 2">
            <a:extLst>
              <a:ext uri="{FF2B5EF4-FFF2-40B4-BE49-F238E27FC236}">
                <a16:creationId xmlns:a16="http://schemas.microsoft.com/office/drawing/2014/main" id="{1F7C88C4-AD29-0D3B-8B67-E53409CC01FB}"/>
              </a:ext>
            </a:extLst>
          </p:cNvPr>
          <p:cNvSpPr>
            <a:spLocks noGrp="1"/>
          </p:cNvSpPr>
          <p:nvPr>
            <p:ph type="body" idx="1"/>
          </p:nvPr>
        </p:nvSpPr>
        <p:spPr>
          <a:noFill/>
        </p:spPr>
        <p:txBody>
          <a:bodyPr/>
          <a:lstStyle/>
          <a:p>
            <a:r>
              <a:rPr lang="en-AU" altLang="en-US"/>
              <a:t>Here is the word cloud of topics covered in the unit</a:t>
            </a:r>
          </a:p>
        </p:txBody>
      </p:sp>
      <p:sp>
        <p:nvSpPr>
          <p:cNvPr id="8196" name="Slide Number Placeholder 3">
            <a:extLst>
              <a:ext uri="{FF2B5EF4-FFF2-40B4-BE49-F238E27FC236}">
                <a16:creationId xmlns:a16="http://schemas.microsoft.com/office/drawing/2014/main" id="{2CC99D86-45B2-A273-8C4D-D2802CBF3F41}"/>
              </a:ext>
            </a:extLst>
          </p:cNvPr>
          <p:cNvSpPr>
            <a:spLocks noGrp="1"/>
          </p:cNvSpPr>
          <p:nvPr>
            <p:ph type="sldNum" sz="quarter" idx="5"/>
          </p:nvPr>
        </p:nvSpPr>
        <p:spPr>
          <a:noFill/>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3BD1FEDB-B4B8-A64C-87D2-0C0E14F54255}" type="slidenum">
              <a:rPr lang="en-US" altLang="en-US" sz="1200"/>
              <a:pPr/>
              <a:t>4</a:t>
            </a:fld>
            <a:endParaRPr lang="en-US" alt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8F76924F-3CEA-AFD6-B0E0-753A4DAB10B8}"/>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1511E7D7-C6C8-0A46-9C8A-D331DE225A57}" type="slidenum">
              <a:rPr lang="en-US" altLang="en-US" sz="1200"/>
              <a:pPr/>
              <a:t>5</a:t>
            </a:fld>
            <a:endParaRPr lang="en-US" altLang="en-US" sz="1200"/>
          </a:p>
        </p:txBody>
      </p:sp>
      <p:sp>
        <p:nvSpPr>
          <p:cNvPr id="10243" name="Rectangle 2">
            <a:extLst>
              <a:ext uri="{FF2B5EF4-FFF2-40B4-BE49-F238E27FC236}">
                <a16:creationId xmlns:a16="http://schemas.microsoft.com/office/drawing/2014/main" id="{2399EAD9-E728-1D33-2039-EB82D96AB0A2}"/>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8E6946FA-CF68-DD19-8044-83782FE69716}"/>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a:extLst>
              <a:ext uri="{FF2B5EF4-FFF2-40B4-BE49-F238E27FC236}">
                <a16:creationId xmlns:a16="http://schemas.microsoft.com/office/drawing/2014/main" id="{E77B7479-CA11-2365-5490-DB32A5A43E97}"/>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A7E44F3E-8F5B-78B4-2D2C-628C51709B5F}"/>
              </a:ext>
            </a:extLst>
          </p:cNvPr>
          <p:cNvSpPr>
            <a:spLocks noGrp="1"/>
          </p:cNvSpPr>
          <p:nvPr>
            <p:ph type="body" idx="1"/>
          </p:nvPr>
        </p:nvSpPr>
        <p:spPr/>
        <p:txBody>
          <a:bodyPr/>
          <a:lstStyle/>
          <a:p>
            <a:pPr>
              <a:defRPr/>
            </a:pPr>
            <a:r>
              <a:rPr lang="en-AU" dirty="0"/>
              <a:t>From Wikipedia:  https://en.wikipedia.org/wiki/Information_security</a:t>
            </a:r>
          </a:p>
          <a:p>
            <a:pPr>
              <a:defRPr/>
            </a:pPr>
            <a:endParaRPr lang="en-AU" dirty="0"/>
          </a:p>
          <a:p>
            <a:pPr>
              <a:defRPr/>
            </a:pPr>
            <a:r>
              <a:rPr lang="en-AU" b="1" dirty="0"/>
              <a:t>Information security</a:t>
            </a:r>
            <a:r>
              <a:rPr lang="en-AU" dirty="0"/>
              <a:t>, sometimes shortened to </a:t>
            </a:r>
            <a:r>
              <a:rPr lang="en-AU" b="1" dirty="0" err="1"/>
              <a:t>infosec</a:t>
            </a:r>
            <a:r>
              <a:rPr lang="en-AU" dirty="0"/>
              <a:t>, is the practice of protecting </a:t>
            </a:r>
            <a:r>
              <a:rPr lang="en-AU" dirty="0">
                <a:hlinkClick r:id="rId3" tooltip="Information"/>
              </a:rPr>
              <a:t>information</a:t>
            </a:r>
            <a:r>
              <a:rPr lang="en-AU" dirty="0"/>
              <a:t> by mitigating information risks. It is part of information risk management. It typically involves preventing or at least reducing the probability of unauthorized/inappropriate access, use, disclosure, disruption, deletion/destruction, corruption, modification, inspection, recording or devaluation, although it may also involve reducing the adverse impacts of incidents. Information may take any form, e.g. electronic or physical.,</a:t>
            </a:r>
            <a:r>
              <a:rPr lang="en-AU" baseline="30000" dirty="0">
                <a:hlinkClick r:id="rId4"/>
              </a:rPr>
              <a:t>[1]</a:t>
            </a:r>
            <a:r>
              <a:rPr lang="en-AU" dirty="0"/>
              <a:t> tangible (e.g. paperwork) or intangible (e.g. knowledge). Information security's primary focus is the balanced protection of the confidentiality, integrity and availability of data (also known as the CIA triad) while maintaining a focus on efficient policy implementation, all without hampering organization productivity.</a:t>
            </a:r>
            <a:r>
              <a:rPr lang="en-AU" baseline="30000" dirty="0">
                <a:hlinkClick r:id="rId5"/>
              </a:rPr>
              <a:t>[2]</a:t>
            </a:r>
            <a:r>
              <a:rPr lang="en-AU" dirty="0"/>
              <a:t> This is largely achieved through a structured risk management process that involves: </a:t>
            </a:r>
          </a:p>
          <a:p>
            <a:pPr marL="171450" indent="-171450">
              <a:buFont typeface="Arial" panose="020B0604020202020204" pitchFamily="34" charset="0"/>
              <a:buChar char="•"/>
              <a:defRPr/>
            </a:pPr>
            <a:r>
              <a:rPr lang="en-AU" dirty="0"/>
              <a:t>Identifying information and related assets, plus potential threats, vulnerabilities and impacts;</a:t>
            </a:r>
          </a:p>
          <a:p>
            <a:pPr marL="171450" indent="-171450">
              <a:buFont typeface="Arial" panose="020B0604020202020204" pitchFamily="34" charset="0"/>
              <a:buChar char="•"/>
              <a:defRPr/>
            </a:pPr>
            <a:r>
              <a:rPr lang="en-AU" dirty="0"/>
              <a:t>Evaluating the risks;</a:t>
            </a:r>
          </a:p>
          <a:p>
            <a:pPr marL="171450" indent="-171450">
              <a:buFont typeface="Arial" panose="020B0604020202020204" pitchFamily="34" charset="0"/>
              <a:buChar char="•"/>
              <a:defRPr/>
            </a:pPr>
            <a:r>
              <a:rPr lang="en-AU" dirty="0"/>
              <a:t>Deciding how to address or treat the risks i.e. to avoid, mitigate, share or accept them;</a:t>
            </a:r>
          </a:p>
          <a:p>
            <a:pPr marL="171450" indent="-171450">
              <a:buFont typeface="Arial" panose="020B0604020202020204" pitchFamily="34" charset="0"/>
              <a:buChar char="•"/>
              <a:defRPr/>
            </a:pPr>
            <a:r>
              <a:rPr lang="en-AU" dirty="0"/>
              <a:t>Where risk mitigation is required, selecting or designing appropriate security controls and implementing them;</a:t>
            </a:r>
          </a:p>
          <a:p>
            <a:pPr marL="171450" indent="-171450">
              <a:buFont typeface="Arial" panose="020B0604020202020204" pitchFamily="34" charset="0"/>
              <a:buChar char="•"/>
              <a:defRPr/>
            </a:pPr>
            <a:r>
              <a:rPr lang="en-AU" dirty="0"/>
              <a:t>Monitoring the activities, making adjustments as necessary to address any issues, changes and improvement opportunities.</a:t>
            </a:r>
          </a:p>
          <a:p>
            <a:pPr>
              <a:defRPr/>
            </a:pPr>
            <a:endParaRPr lang="en-AU" dirty="0"/>
          </a:p>
        </p:txBody>
      </p:sp>
      <p:sp>
        <p:nvSpPr>
          <p:cNvPr id="12292" name="Slide Number Placeholder 3">
            <a:extLst>
              <a:ext uri="{FF2B5EF4-FFF2-40B4-BE49-F238E27FC236}">
                <a16:creationId xmlns:a16="http://schemas.microsoft.com/office/drawing/2014/main" id="{574CB678-F250-6416-F477-D1BA73F375A8}"/>
              </a:ext>
            </a:extLst>
          </p:cNvPr>
          <p:cNvSpPr>
            <a:spLocks noGrp="1"/>
          </p:cNvSpPr>
          <p:nvPr>
            <p:ph type="sldNum" sz="quarter" idx="5"/>
          </p:nvPr>
        </p:nvSpPr>
        <p:spPr>
          <a:noFill/>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9CA1BBED-14B3-1F4A-BC8C-4B8D4171D839}" type="slidenum">
              <a:rPr lang="en-US" altLang="en-US" sz="1200"/>
              <a:pPr/>
              <a:t>6</a:t>
            </a:fld>
            <a:endParaRPr lang="en-US" alt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07CBEEC9-9EF6-03C3-7D32-35E7921C9063}"/>
              </a:ext>
            </a:extLst>
          </p:cNvPr>
          <p:cNvSpPr>
            <a:spLocks noGrp="1" noRot="1" noChangeAspect="1" noTextEdit="1"/>
          </p:cNvSpPr>
          <p:nvPr>
            <p:ph type="sldImg"/>
          </p:nvPr>
        </p:nvSpPr>
        <p:spPr>
          <a:ln/>
        </p:spPr>
      </p:sp>
      <p:sp>
        <p:nvSpPr>
          <p:cNvPr id="14339" name="Notes Placeholder 2">
            <a:extLst>
              <a:ext uri="{FF2B5EF4-FFF2-40B4-BE49-F238E27FC236}">
                <a16:creationId xmlns:a16="http://schemas.microsoft.com/office/drawing/2014/main" id="{A84B9D77-9618-9CA3-5484-A150BA33E3D4}"/>
              </a:ext>
            </a:extLst>
          </p:cNvPr>
          <p:cNvSpPr>
            <a:spLocks noGrp="1"/>
          </p:cNvSpPr>
          <p:nvPr>
            <p:ph type="body" idx="1"/>
          </p:nvPr>
        </p:nvSpPr>
        <p:spPr>
          <a:noFill/>
        </p:spPr>
        <p:txBody>
          <a:bodyPr/>
          <a:lstStyle/>
          <a:p>
            <a:r>
              <a:rPr lang="en-AU" altLang="en-US"/>
              <a:t>From Principles of Information Security</a:t>
            </a:r>
          </a:p>
          <a:p>
            <a:endParaRPr lang="en-AU" altLang="en-US"/>
          </a:p>
          <a:p>
            <a:r>
              <a:rPr lang="en-AU" altLang="en-US"/>
              <a:t>An </a:t>
            </a:r>
            <a:r>
              <a:rPr lang="en-AU" altLang="en-US" b="1"/>
              <a:t>information system (IS) </a:t>
            </a:r>
            <a:r>
              <a:rPr lang="en-AU" altLang="en-US"/>
              <a:t>is much more than computer hardware; it is the entire set of software, hardware, data, people, procedures, and networks that make possible the use of information resources in the organization. These six critical components enable information to be input, processed, output, and stored. Each of these IS components has its own strengths and weaknesses, as well as its own characteristics and uses. Each component of the information system also has its own security requirements.</a:t>
            </a:r>
          </a:p>
        </p:txBody>
      </p:sp>
      <p:sp>
        <p:nvSpPr>
          <p:cNvPr id="14340" name="Slide Number Placeholder 3">
            <a:extLst>
              <a:ext uri="{FF2B5EF4-FFF2-40B4-BE49-F238E27FC236}">
                <a16:creationId xmlns:a16="http://schemas.microsoft.com/office/drawing/2014/main" id="{4B934D41-4D02-8C2F-19A4-F5ADB45FA935}"/>
              </a:ext>
            </a:extLst>
          </p:cNvPr>
          <p:cNvSpPr>
            <a:spLocks noGrp="1"/>
          </p:cNvSpPr>
          <p:nvPr>
            <p:ph type="sldNum" sz="quarter" idx="5"/>
          </p:nvPr>
        </p:nvSpPr>
        <p:spPr>
          <a:noFill/>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7CC29138-4A9A-104E-8C92-25A42F8DC826}" type="slidenum">
              <a:rPr lang="en-US" altLang="en-US" sz="1200"/>
              <a:pPr/>
              <a:t>7</a:t>
            </a:fld>
            <a:endParaRPr lang="en-US" alt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01C15AA1-1966-49D4-39FA-695CD7127D2D}"/>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72FA1AD9-DBC1-7848-944F-9F0767BD82B9}" type="slidenum">
              <a:rPr lang="en-US" altLang="en-US" sz="1200"/>
              <a:pPr/>
              <a:t>8</a:t>
            </a:fld>
            <a:endParaRPr lang="en-US" altLang="en-US" sz="1200"/>
          </a:p>
        </p:txBody>
      </p:sp>
      <p:sp>
        <p:nvSpPr>
          <p:cNvPr id="16387" name="Rectangle 2">
            <a:extLst>
              <a:ext uri="{FF2B5EF4-FFF2-40B4-BE49-F238E27FC236}">
                <a16:creationId xmlns:a16="http://schemas.microsoft.com/office/drawing/2014/main" id="{EE755C6A-3FCC-3C91-5864-FD6E27D57274}"/>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F84BBF89-BDF6-2E1F-8EC0-85871DFB7FB4}"/>
              </a:ext>
            </a:extLst>
          </p:cNvPr>
          <p:cNvSpPr>
            <a:spLocks noGrp="1" noChangeArrowheads="1"/>
          </p:cNvSpPr>
          <p:nvPr>
            <p:ph type="body" idx="1"/>
          </p:nvPr>
        </p:nvSpPr>
        <p:spPr>
          <a:noFill/>
        </p:spPr>
        <p:txBody>
          <a:bodyPr/>
          <a:lstStyle/>
          <a:p>
            <a:pPr eaLnBrk="1" hangingPunct="1"/>
            <a:r>
              <a:rPr lang="en-US" altLang="en-US"/>
              <a:t>Security management has changed over the years because networked environments, computers, and the applications that hold information have changed. Information used to be held in a mainframe, which is a more centralized network structure. The mainframe and management consoles used to access and configure the mainframe were placed in a centralized area instead of having the distributed networks we see today. Only certain people were allowed access, and only a small set of people knew how the mainframe worked, which drastically reduced security risks. Users were able to access information on the mainframe through “dumb” terminals (they were called this because they had little or no logic built into them). There was not much need for strict security controls to be put into place. However, the computing society did not stay in this type of architecture. Now, most networks are filled with personal computers that have advanced logic and processing power; users know enough about the systems to be dangerous; and the information is not centralized within one “glass house.” Instead, the information lives on servers, workstations, and other networks. Information passes over wires and airways at a rate not even conceived of 10 to 15 years ago.</a:t>
            </a:r>
          </a:p>
          <a:p>
            <a:pPr eaLnBrk="1" hangingPunct="1"/>
            <a:endParaRPr lang="en-US" altLang="en-US"/>
          </a:p>
          <a:p>
            <a:pPr eaLnBrk="1" hangingPunct="1"/>
            <a:r>
              <a:rPr lang="en-US" altLang="en-US"/>
              <a:t>The Internet, extranets (business partner networks), and intranets not only make security much more complex, but they also make security even more critical. The core network architecture has changed from being a localized, stand-alone computing environment to a distributed computing environment that has increased exponentially with complexity. Although connecting a network to the Internet adds more functionality and services for the users and expands the company’s visibility to the Internet world, it opens the floodgates to potential security risks.</a:t>
            </a:r>
          </a:p>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DF78C2B1-072A-BA8A-B40D-6F1F14FEC082}"/>
              </a:ext>
            </a:extLst>
          </p:cNvPr>
          <p:cNvSpPr>
            <a:spLocks noGrp="1" noRot="1" noChangeAspect="1" noTextEdit="1"/>
          </p:cNvSpPr>
          <p:nvPr>
            <p:ph type="sldImg"/>
          </p:nvPr>
        </p:nvSpPr>
        <p:spPr>
          <a:ln/>
        </p:spPr>
      </p:sp>
      <p:sp>
        <p:nvSpPr>
          <p:cNvPr id="18435" name="Notes Placeholder 2">
            <a:extLst>
              <a:ext uri="{FF2B5EF4-FFF2-40B4-BE49-F238E27FC236}">
                <a16:creationId xmlns:a16="http://schemas.microsoft.com/office/drawing/2014/main" id="{8F37FE70-B52E-A969-9433-3487174B04B5}"/>
              </a:ext>
            </a:extLst>
          </p:cNvPr>
          <p:cNvSpPr>
            <a:spLocks noGrp="1"/>
          </p:cNvSpPr>
          <p:nvPr>
            <p:ph type="body" idx="1"/>
          </p:nvPr>
        </p:nvSpPr>
        <p:spPr>
          <a:noFill/>
        </p:spPr>
        <p:txBody>
          <a:bodyPr/>
          <a:lstStyle/>
          <a:p>
            <a:r>
              <a:rPr lang="en-AU" altLang="en-US"/>
              <a:t>Here are some recent examples of data breach</a:t>
            </a:r>
          </a:p>
          <a:p>
            <a:r>
              <a:rPr lang="en-AU" altLang="en-US"/>
              <a:t>Capital One </a:t>
            </a:r>
            <a:r>
              <a:rPr lang="en-AU" altLang="en-US" b="1"/>
              <a:t>Data Leak </a:t>
            </a:r>
            <a:r>
              <a:rPr lang="en-AU" altLang="en-US"/>
              <a:t>2019</a:t>
            </a:r>
          </a:p>
          <a:p>
            <a:r>
              <a:rPr lang="en-AU" altLang="en-US"/>
              <a:t>Source: https://www.itnews.com.au/news/former-aws-software-engineer-arrested-over-massive-capital-one-data-leak-528853</a:t>
            </a:r>
          </a:p>
        </p:txBody>
      </p:sp>
      <p:sp>
        <p:nvSpPr>
          <p:cNvPr id="18436" name="Slide Number Placeholder 3">
            <a:extLst>
              <a:ext uri="{FF2B5EF4-FFF2-40B4-BE49-F238E27FC236}">
                <a16:creationId xmlns:a16="http://schemas.microsoft.com/office/drawing/2014/main" id="{1700FB5A-71FD-7366-1260-9D7CECCFF96B}"/>
              </a:ext>
            </a:extLst>
          </p:cNvPr>
          <p:cNvSpPr>
            <a:spLocks noGrp="1"/>
          </p:cNvSpPr>
          <p:nvPr>
            <p:ph type="sldNum" sz="quarter" idx="5"/>
          </p:nvPr>
        </p:nvSpPr>
        <p:spPr>
          <a:noFill/>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71164F75-7DD7-994E-8922-398C0262EE27}" type="slidenum">
              <a:rPr lang="en-US" altLang="en-US" sz="1200"/>
              <a:pPr/>
              <a:t>9</a:t>
            </a:fld>
            <a:endParaRPr lang="en-US" alt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B1400638-BFEC-5AFF-C909-D87D4C275D6E}"/>
              </a:ext>
            </a:extLst>
          </p:cNvPr>
          <p:cNvSpPr>
            <a:spLocks noGrp="1" noRot="1" noChangeAspect="1" noTextEdit="1"/>
          </p:cNvSpPr>
          <p:nvPr>
            <p:ph type="sldImg"/>
          </p:nvPr>
        </p:nvSpPr>
        <p:spPr>
          <a:ln/>
        </p:spPr>
      </p:sp>
      <p:sp>
        <p:nvSpPr>
          <p:cNvPr id="20483" name="Notes Placeholder 2">
            <a:extLst>
              <a:ext uri="{FF2B5EF4-FFF2-40B4-BE49-F238E27FC236}">
                <a16:creationId xmlns:a16="http://schemas.microsoft.com/office/drawing/2014/main" id="{BE7E8541-0FA5-69C8-5B24-8E158A8EF395}"/>
              </a:ext>
            </a:extLst>
          </p:cNvPr>
          <p:cNvSpPr>
            <a:spLocks noGrp="1"/>
          </p:cNvSpPr>
          <p:nvPr>
            <p:ph type="body" idx="1"/>
          </p:nvPr>
        </p:nvSpPr>
        <p:spPr>
          <a:noFill/>
        </p:spPr>
        <p:txBody>
          <a:bodyPr/>
          <a:lstStyle/>
          <a:p>
            <a:r>
              <a:rPr lang="en-AU" altLang="en-US"/>
              <a:t>Here are some recent examples of data breach</a:t>
            </a:r>
          </a:p>
          <a:p>
            <a:r>
              <a:rPr lang="en-AU" altLang="en-US" b="1"/>
              <a:t>Data Exfiltration</a:t>
            </a:r>
            <a:r>
              <a:rPr lang="en-AU" altLang="en-US"/>
              <a:t>: A Review of External Attack Vectors and Countermeasures</a:t>
            </a:r>
          </a:p>
          <a:p>
            <a:r>
              <a:rPr lang="en-AU" altLang="en-US"/>
              <a:t>By F. Ullah, R. Ramdhany, M. Edwards, and R. Chitchyan</a:t>
            </a:r>
          </a:p>
          <a:p>
            <a:r>
              <a:rPr lang="en-AU" altLang="en-US"/>
              <a:t>Journal of Network and Computer Applications · November 2017</a:t>
            </a:r>
          </a:p>
          <a:p>
            <a:r>
              <a:rPr lang="en-AU" altLang="en-US"/>
              <a:t>https://www.researchgate.net/publication/320803746</a:t>
            </a:r>
          </a:p>
        </p:txBody>
      </p:sp>
      <p:sp>
        <p:nvSpPr>
          <p:cNvPr id="20484" name="Slide Number Placeholder 3">
            <a:extLst>
              <a:ext uri="{FF2B5EF4-FFF2-40B4-BE49-F238E27FC236}">
                <a16:creationId xmlns:a16="http://schemas.microsoft.com/office/drawing/2014/main" id="{751B3541-788A-D071-9F03-C385604DECDE}"/>
              </a:ext>
            </a:extLst>
          </p:cNvPr>
          <p:cNvSpPr>
            <a:spLocks noGrp="1"/>
          </p:cNvSpPr>
          <p:nvPr>
            <p:ph type="sldNum" sz="quarter" idx="5"/>
          </p:nvPr>
        </p:nvSpPr>
        <p:spPr>
          <a:noFill/>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DD38E02A-5C9B-1D43-99E7-DFF7002375D8}" type="slidenum">
              <a:rPr lang="en-US" altLang="en-US" sz="1200"/>
              <a:pPr/>
              <a:t>10</a:t>
            </a:fld>
            <a:endParaRPr lang="en-US" alt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9F0A2F58-E39E-7D25-2B62-1F7489F21187}"/>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136F7AFA-46BB-B458-B12F-83224BB1EE0C}"/>
              </a:ext>
            </a:extLst>
          </p:cNvPr>
          <p:cNvSpPr>
            <a:spLocks noGrp="1"/>
          </p:cNvSpPr>
          <p:nvPr>
            <p:ph type="body" idx="1"/>
          </p:nvPr>
        </p:nvSpPr>
        <p:spPr/>
        <p:txBody>
          <a:bodyPr/>
          <a:lstStyle/>
          <a:p>
            <a:pPr>
              <a:defRPr/>
            </a:pPr>
            <a:r>
              <a:rPr lang="en-AU" b="1" dirty="0">
                <a:solidFill>
                  <a:schemeClr val="bg2">
                    <a:lumMod val="75000"/>
                  </a:schemeClr>
                </a:solidFill>
              </a:rPr>
              <a:t>Airport Hack </a:t>
            </a:r>
            <a:r>
              <a:rPr lang="en-AU" dirty="0">
                <a:solidFill>
                  <a:schemeClr val="bg2">
                    <a:lumMod val="75000"/>
                  </a:schemeClr>
                </a:solidFill>
              </a:rPr>
              <a:t>Example</a:t>
            </a:r>
          </a:p>
          <a:p>
            <a:pPr>
              <a:defRPr/>
            </a:pPr>
            <a:r>
              <a:rPr lang="en-AU" dirty="0">
                <a:solidFill>
                  <a:schemeClr val="bg2">
                    <a:lumMod val="75000"/>
                  </a:schemeClr>
                </a:solidFill>
              </a:rPr>
              <a:t>http://www.watoday.com.au/itpro/securityit/hackersground1400passengersatwarsawairport20150622ghtxwe.html</a:t>
            </a:r>
          </a:p>
          <a:p>
            <a:pPr>
              <a:defRPr/>
            </a:pPr>
            <a:endParaRPr lang="en-AU" dirty="0"/>
          </a:p>
        </p:txBody>
      </p:sp>
      <p:sp>
        <p:nvSpPr>
          <p:cNvPr id="22532" name="Slide Number Placeholder 3">
            <a:extLst>
              <a:ext uri="{FF2B5EF4-FFF2-40B4-BE49-F238E27FC236}">
                <a16:creationId xmlns:a16="http://schemas.microsoft.com/office/drawing/2014/main" id="{7BD38279-6680-8924-419E-A1C544EADFAB}"/>
              </a:ext>
            </a:extLst>
          </p:cNvPr>
          <p:cNvSpPr>
            <a:spLocks noGrp="1"/>
          </p:cNvSpPr>
          <p:nvPr>
            <p:ph type="sldNum" sz="quarter" idx="5"/>
          </p:nvPr>
        </p:nvSpPr>
        <p:spPr>
          <a:noFill/>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1A72E93D-7FED-0F40-8129-6DFDCA472C36}" type="slidenum">
              <a:rPr lang="en-US" altLang="en-US" sz="1200"/>
              <a:pPr/>
              <a:t>11</a:t>
            </a:fld>
            <a:endParaRPr lang="en-US" alt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E43EC114-5C23-3439-9029-7A00D9495331}"/>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8C1C40B3-E80C-58AC-2D88-A6444E115313}"/>
              </a:ext>
            </a:extLst>
          </p:cNvPr>
          <p:cNvSpPr>
            <a:spLocks noGrp="1"/>
          </p:cNvSpPr>
          <p:nvPr>
            <p:ph type="body" idx="1"/>
          </p:nvPr>
        </p:nvSpPr>
        <p:spPr/>
        <p:txBody>
          <a:bodyPr/>
          <a:lstStyle/>
          <a:p>
            <a:pPr>
              <a:defRPr/>
            </a:pPr>
            <a:r>
              <a:rPr lang="en-AU" b="1" dirty="0">
                <a:solidFill>
                  <a:schemeClr val="bg2">
                    <a:lumMod val="75000"/>
                  </a:schemeClr>
                </a:solidFill>
              </a:rPr>
              <a:t>Phishing</a:t>
            </a:r>
            <a:r>
              <a:rPr lang="en-AU" dirty="0">
                <a:solidFill>
                  <a:schemeClr val="bg2">
                    <a:lumMod val="75000"/>
                  </a:schemeClr>
                </a:solidFill>
              </a:rPr>
              <a:t> example that you may come across</a:t>
            </a:r>
          </a:p>
          <a:p>
            <a:pPr>
              <a:defRPr/>
            </a:pPr>
            <a:endParaRPr lang="en-AU" dirty="0"/>
          </a:p>
        </p:txBody>
      </p:sp>
      <p:sp>
        <p:nvSpPr>
          <p:cNvPr id="24580" name="Slide Number Placeholder 3">
            <a:extLst>
              <a:ext uri="{FF2B5EF4-FFF2-40B4-BE49-F238E27FC236}">
                <a16:creationId xmlns:a16="http://schemas.microsoft.com/office/drawing/2014/main" id="{E53ECD08-2719-516B-11DE-6C4E9C03A675}"/>
              </a:ext>
            </a:extLst>
          </p:cNvPr>
          <p:cNvSpPr>
            <a:spLocks noGrp="1"/>
          </p:cNvSpPr>
          <p:nvPr>
            <p:ph type="sldNum" sz="quarter" idx="5"/>
          </p:nvPr>
        </p:nvSpPr>
        <p:spPr>
          <a:noFill/>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F8973BC7-A3AC-5A45-BE84-6FDE048597AA}" type="slidenum">
              <a:rPr lang="en-US" altLang="en-US" sz="1200"/>
              <a:pPr/>
              <a:t>12</a:t>
            </a:fld>
            <a:endParaRPr lang="en-US" alt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CEF62086-BF85-C98A-6123-31CA5332A20D}"/>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D27574CE-538A-E603-2A85-9FF3D71F0D47}"/>
              </a:ext>
            </a:extLst>
          </p:cNvPr>
          <p:cNvSpPr>
            <a:spLocks noGrp="1"/>
          </p:cNvSpPr>
          <p:nvPr>
            <p:ph type="body" idx="1"/>
          </p:nvPr>
        </p:nvSpPr>
        <p:spPr/>
        <p:txBody>
          <a:bodyPr/>
          <a:lstStyle/>
          <a:p>
            <a:pPr>
              <a:defRPr/>
            </a:pPr>
            <a:r>
              <a:rPr lang="en-AU" b="1" dirty="0">
                <a:solidFill>
                  <a:schemeClr val="bg2">
                    <a:lumMod val="75000"/>
                  </a:schemeClr>
                </a:solidFill>
              </a:rPr>
              <a:t>Identity theft</a:t>
            </a:r>
          </a:p>
          <a:p>
            <a:pPr>
              <a:defRPr/>
            </a:pPr>
            <a:r>
              <a:rPr lang="en-AU" dirty="0">
                <a:solidFill>
                  <a:schemeClr val="bg2">
                    <a:lumMod val="75000"/>
                  </a:schemeClr>
                </a:solidFill>
              </a:rPr>
              <a:t>https://accan.org.au/hot-issues/1385-fraudulent-mobile-number-porting-and-identity-theft</a:t>
            </a:r>
          </a:p>
          <a:p>
            <a:pPr>
              <a:defRPr/>
            </a:pPr>
            <a:endParaRPr lang="en-AU" dirty="0"/>
          </a:p>
        </p:txBody>
      </p:sp>
      <p:sp>
        <p:nvSpPr>
          <p:cNvPr id="26628" name="Slide Number Placeholder 3">
            <a:extLst>
              <a:ext uri="{FF2B5EF4-FFF2-40B4-BE49-F238E27FC236}">
                <a16:creationId xmlns:a16="http://schemas.microsoft.com/office/drawing/2014/main" id="{F6371BE6-7239-38E8-5D41-E1E86F472B35}"/>
              </a:ext>
            </a:extLst>
          </p:cNvPr>
          <p:cNvSpPr>
            <a:spLocks noGrp="1"/>
          </p:cNvSpPr>
          <p:nvPr>
            <p:ph type="sldNum" sz="quarter" idx="5"/>
          </p:nvPr>
        </p:nvSpPr>
        <p:spPr>
          <a:noFill/>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7BBB4B1F-8804-9B40-B00E-8FC7B47DEFD2}" type="slidenum">
              <a:rPr lang="en-US" altLang="en-US" sz="1200"/>
              <a:pPr/>
              <a:t>13</a:t>
            </a:fld>
            <a:endParaRPr lang="en-US" alt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861C83CF-4D50-8FAF-4C05-1BAC96002D92}"/>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F79E31B0-B402-713E-CDF0-035703353404}"/>
              </a:ext>
            </a:extLst>
          </p:cNvPr>
          <p:cNvSpPr>
            <a:spLocks noGrp="1"/>
          </p:cNvSpPr>
          <p:nvPr>
            <p:ph type="body" idx="1"/>
          </p:nvPr>
        </p:nvSpPr>
        <p:spPr/>
        <p:txBody>
          <a:bodyPr/>
          <a:lstStyle/>
          <a:p>
            <a:pPr>
              <a:defRPr/>
            </a:pPr>
            <a:r>
              <a:rPr lang="en-AU" b="1" dirty="0">
                <a:solidFill>
                  <a:schemeClr val="bg2">
                    <a:lumMod val="75000"/>
                  </a:schemeClr>
                </a:solidFill>
              </a:rPr>
              <a:t>Ransomware Attacks</a:t>
            </a:r>
          </a:p>
          <a:p>
            <a:pPr>
              <a:defRPr/>
            </a:pPr>
            <a:r>
              <a:rPr lang="en-AU" b="1" dirty="0">
                <a:solidFill>
                  <a:schemeClr val="bg2">
                    <a:lumMod val="75000"/>
                  </a:schemeClr>
                </a:solidFill>
              </a:rPr>
              <a:t>Screenshot in the </a:t>
            </a:r>
            <a:r>
              <a:rPr lang="en-AU" b="1" dirty="0" err="1">
                <a:solidFill>
                  <a:schemeClr val="bg2">
                    <a:lumMod val="75000"/>
                  </a:schemeClr>
                </a:solidFill>
              </a:rPr>
              <a:t>WannaCry</a:t>
            </a:r>
            <a:r>
              <a:rPr lang="en-AU" b="1" dirty="0">
                <a:solidFill>
                  <a:schemeClr val="bg2">
                    <a:lumMod val="75000"/>
                  </a:schemeClr>
                </a:solidFill>
              </a:rPr>
              <a:t> ransomware attack</a:t>
            </a:r>
          </a:p>
          <a:p>
            <a:pPr>
              <a:defRPr/>
            </a:pPr>
            <a:r>
              <a:rPr lang="en-AU" dirty="0"/>
              <a:t>Source: https://www.abc.net.au/news/2019-07-08/microsoft-windows-vulnerability-bluekeep-and-cyber-security-risk/11277270</a:t>
            </a:r>
          </a:p>
        </p:txBody>
      </p:sp>
      <p:sp>
        <p:nvSpPr>
          <p:cNvPr id="28676" name="Slide Number Placeholder 3">
            <a:extLst>
              <a:ext uri="{FF2B5EF4-FFF2-40B4-BE49-F238E27FC236}">
                <a16:creationId xmlns:a16="http://schemas.microsoft.com/office/drawing/2014/main" id="{6DA92E23-9587-A9D6-43C2-C1C898399177}"/>
              </a:ext>
            </a:extLst>
          </p:cNvPr>
          <p:cNvSpPr>
            <a:spLocks noGrp="1"/>
          </p:cNvSpPr>
          <p:nvPr>
            <p:ph type="sldNum" sz="quarter" idx="5"/>
          </p:nvPr>
        </p:nvSpPr>
        <p:spPr>
          <a:noFill/>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32BB38E0-5712-1942-A63B-3B585EE3857B}" type="slidenum">
              <a:rPr lang="en-US" altLang="en-US" sz="1200"/>
              <a:pPr/>
              <a:t>14</a:t>
            </a:fld>
            <a:endParaRPr lang="en-US" alt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a16="http://schemas.microsoft.com/office/drawing/2014/main" id="{569156F2-BEB3-4744-1104-3051D1BB48A6}"/>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04085FD5-7633-7960-5B78-D417E538BE05}"/>
              </a:ext>
            </a:extLst>
          </p:cNvPr>
          <p:cNvSpPr>
            <a:spLocks noGrp="1"/>
          </p:cNvSpPr>
          <p:nvPr>
            <p:ph type="body" idx="1"/>
          </p:nvPr>
        </p:nvSpPr>
        <p:spPr/>
        <p:txBody>
          <a:bodyPr/>
          <a:lstStyle/>
          <a:p>
            <a:pPr>
              <a:defRPr/>
            </a:pPr>
            <a:r>
              <a:rPr lang="en-AU" b="1" dirty="0">
                <a:solidFill>
                  <a:schemeClr val="bg2">
                    <a:lumMod val="75000"/>
                  </a:schemeClr>
                </a:solidFill>
              </a:rPr>
              <a:t>Many other examples in the media</a:t>
            </a:r>
            <a:endParaRPr lang="en-AU" b="1" dirty="0"/>
          </a:p>
          <a:p>
            <a:pPr marL="171450" indent="-171450">
              <a:buFont typeface="Arial" panose="020B0604020202020204" pitchFamily="34" charset="0"/>
              <a:buChar char="•"/>
              <a:defRPr/>
            </a:pPr>
            <a:r>
              <a:rPr lang="en-AU" dirty="0"/>
              <a:t>Weak passwords</a:t>
            </a:r>
          </a:p>
          <a:p>
            <a:pPr marL="171450" indent="-171450">
              <a:buFont typeface="Arial" panose="020B0604020202020204" pitchFamily="34" charset="0"/>
              <a:buChar char="•"/>
              <a:defRPr/>
            </a:pPr>
            <a:r>
              <a:rPr lang="en-AU" dirty="0">
                <a:solidFill>
                  <a:schemeClr val="bg2">
                    <a:lumMod val="75000"/>
                  </a:schemeClr>
                </a:solidFill>
              </a:rPr>
              <a:t>WA Parliament hack</a:t>
            </a:r>
          </a:p>
          <a:p>
            <a:pPr marL="171450" indent="-171450">
              <a:buFont typeface="Arial" panose="020B0604020202020204" pitchFamily="34" charset="0"/>
              <a:buChar char="•"/>
              <a:defRPr/>
            </a:pPr>
            <a:r>
              <a:rPr lang="en-AU" dirty="0">
                <a:solidFill>
                  <a:schemeClr val="bg2">
                    <a:lumMod val="75000"/>
                  </a:schemeClr>
                </a:solidFill>
              </a:rPr>
              <a:t>Lenovo web deface</a:t>
            </a:r>
          </a:p>
          <a:p>
            <a:pPr marL="171450" indent="-171450">
              <a:buFont typeface="Arial" panose="020B0604020202020204" pitchFamily="34" charset="0"/>
              <a:buChar char="•"/>
              <a:defRPr/>
            </a:pPr>
            <a:r>
              <a:rPr lang="en-AU" dirty="0">
                <a:solidFill>
                  <a:schemeClr val="bg2">
                    <a:lumMod val="75000"/>
                  </a:schemeClr>
                </a:solidFill>
              </a:rPr>
              <a:t>Bit.ly outage</a:t>
            </a:r>
          </a:p>
          <a:p>
            <a:pPr marL="171450" indent="-171450">
              <a:buFont typeface="Arial" panose="020B0604020202020204" pitchFamily="34" charset="0"/>
              <a:buChar char="•"/>
              <a:defRPr/>
            </a:pPr>
            <a:r>
              <a:rPr lang="en-AU" dirty="0">
                <a:solidFill>
                  <a:schemeClr val="bg2">
                    <a:lumMod val="75000"/>
                  </a:schemeClr>
                </a:solidFill>
              </a:rPr>
              <a:t>Insecure online </a:t>
            </a:r>
            <a:r>
              <a:rPr lang="en-AU" dirty="0" err="1">
                <a:solidFill>
                  <a:schemeClr val="bg2">
                    <a:lumMod val="75000"/>
                  </a:schemeClr>
                </a:solidFill>
              </a:rPr>
              <a:t>checkin</a:t>
            </a:r>
            <a:endParaRPr lang="en-AU" dirty="0">
              <a:solidFill>
                <a:schemeClr val="bg2">
                  <a:lumMod val="75000"/>
                </a:schemeClr>
              </a:solidFill>
            </a:endParaRPr>
          </a:p>
          <a:p>
            <a:pPr>
              <a:defRPr/>
            </a:pPr>
            <a:endParaRPr lang="en-AU" b="1" dirty="0">
              <a:solidFill>
                <a:schemeClr val="bg2">
                  <a:lumMod val="75000"/>
                </a:schemeClr>
              </a:solidFill>
            </a:endParaRPr>
          </a:p>
        </p:txBody>
      </p:sp>
      <p:sp>
        <p:nvSpPr>
          <p:cNvPr id="30724" name="Slide Number Placeholder 3">
            <a:extLst>
              <a:ext uri="{FF2B5EF4-FFF2-40B4-BE49-F238E27FC236}">
                <a16:creationId xmlns:a16="http://schemas.microsoft.com/office/drawing/2014/main" id="{E525D18B-063E-B576-C56A-A0EEE0C9B38D}"/>
              </a:ext>
            </a:extLst>
          </p:cNvPr>
          <p:cNvSpPr>
            <a:spLocks noGrp="1"/>
          </p:cNvSpPr>
          <p:nvPr>
            <p:ph type="sldNum" sz="quarter" idx="5"/>
          </p:nvPr>
        </p:nvSpPr>
        <p:spPr>
          <a:noFill/>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68D3EC02-126C-DC47-8FB8-058B1757CA99}" type="slidenum">
              <a:rPr lang="en-US" altLang="en-US" sz="1200"/>
              <a:pPr/>
              <a:t>15</a:t>
            </a:fld>
            <a:endParaRPr lang="en-US" altLang="en-US" sz="12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1313259" y="1300786"/>
            <a:ext cx="6517482" cy="2509213"/>
          </a:xfrm>
        </p:spPr>
        <p:txBody>
          <a:bodyPr anchor="b">
            <a:normAutofit/>
          </a:bodyPr>
          <a:lstStyle>
            <a:lvl1pPr algn="ctr">
              <a:defRPr sz="4800"/>
            </a:lvl1pPr>
          </a:lstStyle>
          <a:p>
            <a:r>
              <a:rPr lang="en-GB"/>
              <a:t>Click to edit Master title style</a:t>
            </a:r>
            <a:endParaRPr lang="en-US" dirty="0"/>
          </a:p>
        </p:txBody>
      </p:sp>
      <p:sp>
        <p:nvSpPr>
          <p:cNvPr id="3" name="Subtitle 2"/>
          <p:cNvSpPr>
            <a:spLocks noGrp="1"/>
          </p:cNvSpPr>
          <p:nvPr>
            <p:ph type="subTitle" idx="1"/>
          </p:nvPr>
        </p:nvSpPr>
        <p:spPr>
          <a:xfrm>
            <a:off x="1313259" y="3886201"/>
            <a:ext cx="651748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92D92C1D-2C99-F946-A5B8-EF55DA9595EC}" type="slidenum">
              <a:rPr lang="en-US" altLang="en-US" smtClean="0"/>
              <a:pPr/>
              <a:t>‹#›</a:t>
            </a:fld>
            <a:endParaRPr lang="en-US" altLang="en-US"/>
          </a:p>
        </p:txBody>
      </p:sp>
    </p:spTree>
    <p:extLst>
      <p:ext uri="{BB962C8B-B14F-4D97-AF65-F5344CB8AC3E}">
        <p14:creationId xmlns:p14="http://schemas.microsoft.com/office/powerpoint/2010/main" val="3296078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12" name="Content Placeholder 2"/>
          <p:cNvSpPr>
            <a:spLocks noGrp="1"/>
          </p:cNvSpPr>
          <p:nvPr>
            <p:ph sz="quarter" idx="13"/>
          </p:nvPr>
        </p:nvSpPr>
        <p:spPr>
          <a:xfrm>
            <a:off x="685330" y="2367093"/>
            <a:ext cx="7772870"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0ADD435F-B5FC-174B-996B-374492C07D02}" type="slidenum">
              <a:rPr lang="en-US" altLang="en-US" smtClean="0"/>
              <a:pPr/>
              <a:t>‹#›</a:t>
            </a:fld>
            <a:endParaRPr lang="en-US" altLang="en-US"/>
          </a:p>
        </p:txBody>
      </p:sp>
    </p:spTree>
    <p:extLst>
      <p:ext uri="{BB962C8B-B14F-4D97-AF65-F5344CB8AC3E}">
        <p14:creationId xmlns:p14="http://schemas.microsoft.com/office/powerpoint/2010/main" val="301728853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828564"/>
            <a:ext cx="7763814" cy="2736819"/>
          </a:xfrm>
        </p:spPr>
        <p:txBody>
          <a:bodyPr anchor="b">
            <a:normAutofit/>
          </a:bodyPr>
          <a:lstStyle>
            <a:lvl1pPr>
              <a:defRPr sz="4000"/>
            </a:lvl1pPr>
          </a:lstStyle>
          <a:p>
            <a:r>
              <a:rPr lang="en-GB"/>
              <a:t>Click to edit Master title style</a:t>
            </a:r>
            <a:endParaRPr lang="en-US" dirty="0"/>
          </a:p>
        </p:txBody>
      </p:sp>
      <p:sp>
        <p:nvSpPr>
          <p:cNvPr id="3" name="Text Placeholder 2"/>
          <p:cNvSpPr>
            <a:spLocks noGrp="1"/>
          </p:cNvSpPr>
          <p:nvPr>
            <p:ph type="body" idx="1"/>
          </p:nvPr>
        </p:nvSpPr>
        <p:spPr>
          <a:xfrm>
            <a:off x="685331" y="3657458"/>
            <a:ext cx="7763814"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167480E6-4CFD-4F4E-8660-3602A14EC7A1}" type="slidenum">
              <a:rPr lang="en-US" altLang="en-US" smtClean="0"/>
              <a:pPr/>
              <a:t>‹#›</a:t>
            </a:fld>
            <a:endParaRPr lang="en-US" altLang="en-US"/>
          </a:p>
        </p:txBody>
      </p:sp>
    </p:spTree>
    <p:extLst>
      <p:ext uri="{BB962C8B-B14F-4D97-AF65-F5344CB8AC3E}">
        <p14:creationId xmlns:p14="http://schemas.microsoft.com/office/powerpoint/2010/main" val="1066618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GB"/>
              <a:t>Click to edit Master title style</a:t>
            </a:r>
            <a:endParaRPr lang="en-US" dirty="0"/>
          </a:p>
        </p:txBody>
      </p:sp>
      <p:sp>
        <p:nvSpPr>
          <p:cNvPr id="12" name="Content Placeholder 2"/>
          <p:cNvSpPr>
            <a:spLocks noGrp="1"/>
          </p:cNvSpPr>
          <p:nvPr>
            <p:ph sz="quarter" idx="13"/>
          </p:nvPr>
        </p:nvSpPr>
        <p:spPr>
          <a:xfrm>
            <a:off x="685330" y="2367093"/>
            <a:ext cx="3829520"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3" name="Content Placeholder 3"/>
          <p:cNvSpPr>
            <a:spLocks noGrp="1"/>
          </p:cNvSpPr>
          <p:nvPr>
            <p:ph sz="quarter" idx="14"/>
          </p:nvPr>
        </p:nvSpPr>
        <p:spPr>
          <a:xfrm>
            <a:off x="4629150" y="2367093"/>
            <a:ext cx="3829050"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fld id="{0ADD435F-B5FC-174B-996B-374492C07D02}" type="slidenum">
              <a:rPr lang="en-US" altLang="en-US" smtClean="0"/>
              <a:pPr/>
              <a:t>‹#›</a:t>
            </a:fld>
            <a:endParaRPr lang="en-US" altLang="en-US"/>
          </a:p>
        </p:txBody>
      </p:sp>
    </p:spTree>
    <p:extLst>
      <p:ext uri="{BB962C8B-B14F-4D97-AF65-F5344CB8AC3E}">
        <p14:creationId xmlns:p14="http://schemas.microsoft.com/office/powerpoint/2010/main" val="760754710"/>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GB"/>
              <a:t>Click to edit Master title style</a:t>
            </a:r>
            <a:endParaRPr lang="en-US" dirty="0"/>
          </a:p>
        </p:txBody>
      </p:sp>
      <p:sp>
        <p:nvSpPr>
          <p:cNvPr id="3" name="Text Placeholder 2"/>
          <p:cNvSpPr>
            <a:spLocks noGrp="1"/>
          </p:cNvSpPr>
          <p:nvPr>
            <p:ph type="body" idx="1"/>
          </p:nvPr>
        </p:nvSpPr>
        <p:spPr>
          <a:xfrm>
            <a:off x="859746" y="2371018"/>
            <a:ext cx="3655106"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Content Placeholder 3"/>
          <p:cNvSpPr>
            <a:spLocks noGrp="1"/>
          </p:cNvSpPr>
          <p:nvPr>
            <p:ph sz="quarter" idx="13"/>
          </p:nvPr>
        </p:nvSpPr>
        <p:spPr>
          <a:xfrm>
            <a:off x="685331" y="3051013"/>
            <a:ext cx="3829520" cy="27401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797317" y="2371018"/>
            <a:ext cx="3661353"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3" name="Content Placeholder 5"/>
          <p:cNvSpPr>
            <a:spLocks noGrp="1"/>
          </p:cNvSpPr>
          <p:nvPr>
            <p:ph sz="quarter" idx="14"/>
          </p:nvPr>
        </p:nvSpPr>
        <p:spPr>
          <a:xfrm>
            <a:off x="4629150" y="3051013"/>
            <a:ext cx="3829051" cy="27401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pPr>
              <a:defRPr/>
            </a:pPr>
            <a:endParaRPr lang="en-US" altLang="en-US"/>
          </a:p>
        </p:txBody>
      </p:sp>
      <p:sp>
        <p:nvSpPr>
          <p:cNvPr id="8" name="Footer Placeholder 7"/>
          <p:cNvSpPr>
            <a:spLocks noGrp="1"/>
          </p:cNvSpPr>
          <p:nvPr>
            <p:ph type="ftr" sz="quarter" idx="11"/>
          </p:nvPr>
        </p:nvSpPr>
        <p:spPr/>
        <p:txBody>
          <a:bodyPr/>
          <a:lstStyle/>
          <a:p>
            <a:pPr>
              <a:defRPr/>
            </a:pPr>
            <a:endParaRPr lang="en-US" altLang="en-US"/>
          </a:p>
        </p:txBody>
      </p:sp>
      <p:sp>
        <p:nvSpPr>
          <p:cNvPr id="9" name="Slide Number Placeholder 8"/>
          <p:cNvSpPr>
            <a:spLocks noGrp="1"/>
          </p:cNvSpPr>
          <p:nvPr>
            <p:ph type="sldNum" sz="quarter" idx="12"/>
          </p:nvPr>
        </p:nvSpPr>
        <p:spPr/>
        <p:txBody>
          <a:bodyPr/>
          <a:lstStyle/>
          <a:p>
            <a:fld id="{0ADD435F-B5FC-174B-996B-374492C07D02}" type="slidenum">
              <a:rPr lang="en-US" altLang="en-US" smtClean="0"/>
              <a:pPr/>
              <a:t>‹#›</a:t>
            </a:fld>
            <a:endParaRPr lang="en-US" altLang="en-US"/>
          </a:p>
        </p:txBody>
      </p:sp>
    </p:spTree>
    <p:extLst>
      <p:ext uri="{BB962C8B-B14F-4D97-AF65-F5344CB8AC3E}">
        <p14:creationId xmlns:p14="http://schemas.microsoft.com/office/powerpoint/2010/main" val="3595668903"/>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fld id="{5204B790-BAB6-6549-8EDD-039EB9E8BA65}" type="slidenum">
              <a:rPr lang="en-US" altLang="en-US" smtClean="0"/>
              <a:pPr/>
              <a:t>‹#›</a:t>
            </a:fld>
            <a:endParaRPr lang="en-US" altLang="en-US"/>
          </a:p>
        </p:txBody>
      </p:sp>
    </p:spTree>
    <p:extLst>
      <p:ext uri="{BB962C8B-B14F-4D97-AF65-F5344CB8AC3E}">
        <p14:creationId xmlns:p14="http://schemas.microsoft.com/office/powerpoint/2010/main" val="1563607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pPr>
              <a:defRPr/>
            </a:pPr>
            <a:endParaRPr lang="en-US" altLang="en-US"/>
          </a:p>
        </p:txBody>
      </p:sp>
      <p:sp>
        <p:nvSpPr>
          <p:cNvPr id="3" name="Footer Placeholder 2"/>
          <p:cNvSpPr>
            <a:spLocks noGrp="1"/>
          </p:cNvSpPr>
          <p:nvPr>
            <p:ph type="ftr" sz="quarter" idx="11"/>
          </p:nvPr>
        </p:nvSpPr>
        <p:spPr/>
        <p:txBody>
          <a:bodyPr/>
          <a:lstStyle/>
          <a:p>
            <a:pPr>
              <a:defRPr/>
            </a:pPr>
            <a:endParaRPr lang="en-US" altLang="en-US"/>
          </a:p>
        </p:txBody>
      </p:sp>
      <p:sp>
        <p:nvSpPr>
          <p:cNvPr id="4" name="Slide Number Placeholder 3"/>
          <p:cNvSpPr>
            <a:spLocks noGrp="1"/>
          </p:cNvSpPr>
          <p:nvPr>
            <p:ph type="sldNum" sz="quarter" idx="12"/>
          </p:nvPr>
        </p:nvSpPr>
        <p:spPr/>
        <p:txBody>
          <a:bodyPr/>
          <a:lstStyle/>
          <a:p>
            <a:fld id="{A9A8DBC3-1B70-2842-847A-0D4DCFEBC9EE}" type="slidenum">
              <a:rPr lang="en-US" altLang="en-US" smtClean="0"/>
              <a:pPr/>
              <a:t>‹#›</a:t>
            </a:fld>
            <a:endParaRPr lang="en-US" altLang="en-US"/>
          </a:p>
        </p:txBody>
      </p:sp>
    </p:spTree>
    <p:extLst>
      <p:ext uri="{BB962C8B-B14F-4D97-AF65-F5344CB8AC3E}">
        <p14:creationId xmlns:p14="http://schemas.microsoft.com/office/powerpoint/2010/main" val="709201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2951766" cy="2023252"/>
          </a:xfrm>
        </p:spPr>
        <p:txBody>
          <a:bodyPr anchor="b"/>
          <a:lstStyle>
            <a:lvl1pPr algn="ctr">
              <a:defRPr sz="3200"/>
            </a:lvl1pPr>
          </a:lstStyle>
          <a:p>
            <a:r>
              <a:rPr lang="en-GB"/>
              <a:t>Click to edit Master title style</a:t>
            </a:r>
            <a:endParaRPr lang="en-US" dirty="0"/>
          </a:p>
        </p:txBody>
      </p:sp>
      <p:sp>
        <p:nvSpPr>
          <p:cNvPr id="10" name="Content Placeholder 2"/>
          <p:cNvSpPr>
            <a:spLocks noGrp="1"/>
          </p:cNvSpPr>
          <p:nvPr>
            <p:ph sz="quarter" idx="13"/>
          </p:nvPr>
        </p:nvSpPr>
        <p:spPr>
          <a:xfrm>
            <a:off x="3808547" y="609601"/>
            <a:ext cx="4650122" cy="518159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fld id="{0ADD435F-B5FC-174B-996B-374492C07D02}" type="slidenum">
              <a:rPr lang="en-US" altLang="en-US" smtClean="0"/>
              <a:pPr/>
              <a:t>‹#›</a:t>
            </a:fld>
            <a:endParaRPr lang="en-US" altLang="en-US"/>
          </a:p>
        </p:txBody>
      </p:sp>
    </p:spTree>
    <p:extLst>
      <p:ext uri="{BB962C8B-B14F-4D97-AF65-F5344CB8AC3E}">
        <p14:creationId xmlns:p14="http://schemas.microsoft.com/office/powerpoint/2010/main" val="191335818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2" y="609600"/>
            <a:ext cx="4129618" cy="2023254"/>
          </a:xfrm>
        </p:spPr>
        <p:txBody>
          <a:bodyPr anchor="b"/>
          <a:lstStyle>
            <a:lvl1pPr algn="ct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004270" y="609601"/>
            <a:ext cx="3005851"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85346" y="2632853"/>
            <a:ext cx="4129604"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fld id="{9F2F0C1E-3257-3F49-8F77-459483D7B7A9}" type="slidenum">
              <a:rPr lang="en-US" altLang="en-US" smtClean="0"/>
              <a:pPr/>
              <a:t>‹#›</a:t>
            </a:fld>
            <a:endParaRPr lang="en-US" altLang="en-US"/>
          </a:p>
        </p:txBody>
      </p:sp>
    </p:spTree>
    <p:extLst>
      <p:ext uri="{BB962C8B-B14F-4D97-AF65-F5344CB8AC3E}">
        <p14:creationId xmlns:p14="http://schemas.microsoft.com/office/powerpoint/2010/main" val="3242818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46" y="4289374"/>
            <a:ext cx="7773324" cy="81161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fld id="{0ADD435F-B5FC-174B-996B-374492C07D02}" type="slidenum">
              <a:rPr lang="en-US" altLang="en-US" smtClean="0"/>
              <a:pPr/>
              <a:t>‹#›</a:t>
            </a:fld>
            <a:endParaRPr lang="en-US" altLang="en-US"/>
          </a:p>
        </p:txBody>
      </p:sp>
    </p:spTree>
    <p:extLst>
      <p:ext uri="{BB962C8B-B14F-4D97-AF65-F5344CB8AC3E}">
        <p14:creationId xmlns:p14="http://schemas.microsoft.com/office/powerpoint/2010/main" val="87559855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7773339" cy="3427245"/>
          </a:xfrm>
        </p:spPr>
        <p:txBody>
          <a:bodyPr anchor="ctr"/>
          <a:lstStyle>
            <a:lvl1pPr algn="ct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fld id="{0ADD435F-B5FC-174B-996B-374492C07D02}" type="slidenum">
              <a:rPr lang="en-US" altLang="en-US" smtClean="0"/>
              <a:pPr/>
              <a:t>‹#›</a:t>
            </a:fld>
            <a:endParaRPr lang="en-US" altLang="en-US"/>
          </a:p>
        </p:txBody>
      </p:sp>
    </p:spTree>
    <p:extLst>
      <p:ext uri="{BB962C8B-B14F-4D97-AF65-F5344CB8AC3E}">
        <p14:creationId xmlns:p14="http://schemas.microsoft.com/office/powerpoint/2010/main" val="325147695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084659" y="872588"/>
            <a:ext cx="6977064" cy="2729915"/>
          </a:xfrm>
        </p:spPr>
        <p:txBody>
          <a:bodyPr anchor="ctr"/>
          <a:lstStyle>
            <a:lvl1pPr>
              <a:defRPr sz="3200"/>
            </a:lvl1pPr>
          </a:lstStyle>
          <a:p>
            <a:r>
              <a:rPr lang="en-GB"/>
              <a:t>Click to edit Master title style</a:t>
            </a:r>
            <a:endParaRPr lang="en-US" dirty="0"/>
          </a:p>
        </p:txBody>
      </p:sp>
      <p:sp>
        <p:nvSpPr>
          <p:cNvPr id="12" name="Text Placeholder 3"/>
          <p:cNvSpPr>
            <a:spLocks noGrp="1"/>
          </p:cNvSpPr>
          <p:nvPr>
            <p:ph type="body" sz="half" idx="13"/>
          </p:nvPr>
        </p:nvSpPr>
        <p:spPr>
          <a:xfrm>
            <a:off x="1290484" y="3610032"/>
            <a:ext cx="6564224"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685331" y="4372797"/>
            <a:ext cx="7773339"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fld id="{0ADD435F-B5FC-174B-996B-374492C07D02}" type="slidenum">
              <a:rPr lang="en-US" altLang="en-US" smtClean="0"/>
              <a:pPr/>
              <a:t>‹#›</a:t>
            </a:fld>
            <a:endParaRPr lang="en-US" altLang="en-US"/>
          </a:p>
        </p:txBody>
      </p:sp>
      <p:sp>
        <p:nvSpPr>
          <p:cNvPr id="11" name="TextBox 10"/>
          <p:cNvSpPr txBox="1"/>
          <p:nvPr/>
        </p:nvSpPr>
        <p:spPr>
          <a:xfrm>
            <a:off x="737626" y="887859"/>
            <a:ext cx="546888"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850130" y="3120015"/>
            <a:ext cx="553641"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750970918"/>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2138722"/>
            <a:ext cx="7773339" cy="2511835"/>
          </a:xfrm>
        </p:spPr>
        <p:txBody>
          <a:bodyPr anchor="b"/>
          <a:lstStyle>
            <a:lvl1pPr algn="ct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fld id="{0ADD435F-B5FC-174B-996B-374492C07D02}" type="slidenum">
              <a:rPr lang="en-US" altLang="en-US" smtClean="0"/>
              <a:pPr/>
              <a:t>‹#›</a:t>
            </a:fld>
            <a:endParaRPr lang="en-US" altLang="en-US"/>
          </a:p>
        </p:txBody>
      </p:sp>
    </p:spTree>
    <p:extLst>
      <p:ext uri="{BB962C8B-B14F-4D97-AF65-F5344CB8AC3E}">
        <p14:creationId xmlns:p14="http://schemas.microsoft.com/office/powerpoint/2010/main" val="1130477939"/>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Title 1"/>
          <p:cNvSpPr>
            <a:spLocks noGrp="1"/>
          </p:cNvSpPr>
          <p:nvPr>
            <p:ph type="title"/>
          </p:nvPr>
        </p:nvSpPr>
        <p:spPr>
          <a:xfrm>
            <a:off x="685331" y="609600"/>
            <a:ext cx="7773339" cy="1605094"/>
          </a:xfrm>
        </p:spPr>
        <p:txBody>
          <a:bodyPr/>
          <a:lstStyle/>
          <a:p>
            <a:r>
              <a:rPr lang="en-GB"/>
              <a:t>Click to edit Master title style</a:t>
            </a:r>
            <a:endParaRPr lang="en-US" dirty="0"/>
          </a:p>
        </p:txBody>
      </p:sp>
      <p:sp>
        <p:nvSpPr>
          <p:cNvPr id="7" name="Text Placeholder 2"/>
          <p:cNvSpPr>
            <a:spLocks noGrp="1"/>
          </p:cNvSpPr>
          <p:nvPr>
            <p:ph type="body" idx="1"/>
          </p:nvPr>
        </p:nvSpPr>
        <p:spPr>
          <a:xfrm>
            <a:off x="685331" y="2367093"/>
            <a:ext cx="2474232"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685331" y="2943356"/>
            <a:ext cx="2474232"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3339292" y="2367093"/>
            <a:ext cx="2468641"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3331012" y="2943356"/>
            <a:ext cx="2477513"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5979974" y="2943356"/>
            <a:ext cx="247869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pPr>
              <a:defRPr/>
            </a:pPr>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fld id="{0ADD435F-B5FC-174B-996B-374492C07D02}" type="slidenum">
              <a:rPr lang="en-US" altLang="en-US" smtClean="0"/>
              <a:pPr/>
              <a:t>‹#›</a:t>
            </a:fld>
            <a:endParaRPr lang="en-US" altLang="en-US"/>
          </a:p>
        </p:txBody>
      </p:sp>
    </p:spTree>
    <p:extLst>
      <p:ext uri="{BB962C8B-B14F-4D97-AF65-F5344CB8AC3E}">
        <p14:creationId xmlns:p14="http://schemas.microsoft.com/office/powerpoint/2010/main" val="3538896014"/>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0" name="Title 1"/>
          <p:cNvSpPr>
            <a:spLocks noGrp="1"/>
          </p:cNvSpPr>
          <p:nvPr>
            <p:ph type="title"/>
          </p:nvPr>
        </p:nvSpPr>
        <p:spPr>
          <a:xfrm>
            <a:off x="685331" y="610772"/>
            <a:ext cx="7773339" cy="1603922"/>
          </a:xfrm>
        </p:spPr>
        <p:txBody>
          <a:bodyPr/>
          <a:lstStyle/>
          <a:p>
            <a:r>
              <a:rPr lang="en-GB"/>
              <a:t>Click to edit Master title style</a:t>
            </a:r>
            <a:endParaRPr lang="en-US" dirty="0"/>
          </a:p>
        </p:txBody>
      </p:sp>
      <p:sp>
        <p:nvSpPr>
          <p:cNvPr id="19" name="Text Placeholder 2"/>
          <p:cNvSpPr>
            <a:spLocks noGrp="1"/>
          </p:cNvSpPr>
          <p:nvPr>
            <p:ph type="body" idx="1"/>
          </p:nvPr>
        </p:nvSpPr>
        <p:spPr>
          <a:xfrm>
            <a:off x="685331" y="4204820"/>
            <a:ext cx="2472307"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1" name="Text Placeholder 3"/>
          <p:cNvSpPr>
            <a:spLocks noGrp="1"/>
          </p:cNvSpPr>
          <p:nvPr>
            <p:ph type="body" sz="half" idx="18"/>
          </p:nvPr>
        </p:nvSpPr>
        <p:spPr>
          <a:xfrm>
            <a:off x="685331" y="4781082"/>
            <a:ext cx="2472307"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3332069" y="4204820"/>
            <a:ext cx="247637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19"/>
          </p:nvPr>
        </p:nvSpPr>
        <p:spPr>
          <a:xfrm>
            <a:off x="3331011" y="4781081"/>
            <a:ext cx="2477514"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7" name="Text Placeholder 3"/>
          <p:cNvSpPr>
            <a:spLocks noGrp="1"/>
          </p:cNvSpPr>
          <p:nvPr>
            <p:ph type="body" sz="half" idx="20"/>
          </p:nvPr>
        </p:nvSpPr>
        <p:spPr>
          <a:xfrm>
            <a:off x="5979880" y="4781079"/>
            <a:ext cx="2478790"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pPr>
              <a:defRPr/>
            </a:pPr>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fld id="{0ADD435F-B5FC-174B-996B-374492C07D02}" type="slidenum">
              <a:rPr lang="en-US" altLang="en-US" smtClean="0"/>
              <a:pPr/>
              <a:t>‹#›</a:t>
            </a:fld>
            <a:endParaRPr lang="en-US" altLang="en-US"/>
          </a:p>
        </p:txBody>
      </p:sp>
    </p:spTree>
    <p:extLst>
      <p:ext uri="{BB962C8B-B14F-4D97-AF65-F5344CB8AC3E}">
        <p14:creationId xmlns:p14="http://schemas.microsoft.com/office/powerpoint/2010/main" val="3201202952"/>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11" name="Vertical Text Placeholder 2"/>
          <p:cNvSpPr>
            <a:spLocks noGrp="1"/>
          </p:cNvSpPr>
          <p:nvPr>
            <p:ph type="body" orient="vert" sz="quarter" idx="13"/>
          </p:nvPr>
        </p:nvSpPr>
        <p:spPr>
          <a:xfrm>
            <a:off x="685331" y="2367094"/>
            <a:ext cx="7773339" cy="342410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0ADD435F-B5FC-174B-996B-374492C07D02}" type="slidenum">
              <a:rPr lang="en-US" altLang="en-US" smtClean="0"/>
              <a:pPr/>
              <a:t>‹#›</a:t>
            </a:fld>
            <a:endParaRPr lang="en-US" altLang="en-US"/>
          </a:p>
        </p:txBody>
      </p:sp>
    </p:spTree>
    <p:extLst>
      <p:ext uri="{BB962C8B-B14F-4D97-AF65-F5344CB8AC3E}">
        <p14:creationId xmlns:p14="http://schemas.microsoft.com/office/powerpoint/2010/main" val="848720429"/>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Vertical Title 1"/>
          <p:cNvSpPr>
            <a:spLocks noGrp="1"/>
          </p:cNvSpPr>
          <p:nvPr>
            <p:ph type="title" orient="vert"/>
          </p:nvPr>
        </p:nvSpPr>
        <p:spPr>
          <a:xfrm>
            <a:off x="6543675" y="609602"/>
            <a:ext cx="1914995" cy="5181599"/>
          </a:xfrm>
        </p:spPr>
        <p:txBody>
          <a:bodyPr vert="eaVert"/>
          <a:lstStyle>
            <a:lvl1pPr algn="l">
              <a:defRPr/>
            </a:lvl1pPr>
          </a:lstStyle>
          <a:p>
            <a:r>
              <a:rPr lang="en-GB"/>
              <a:t>Click to edit Master title style</a:t>
            </a:r>
            <a:endParaRPr lang="en-US" dirty="0"/>
          </a:p>
        </p:txBody>
      </p:sp>
      <p:sp>
        <p:nvSpPr>
          <p:cNvPr id="8" name="Vertical Text Placeholder 2"/>
          <p:cNvSpPr>
            <a:spLocks noGrp="1"/>
          </p:cNvSpPr>
          <p:nvPr>
            <p:ph type="body" orient="vert" sz="quarter" idx="13"/>
          </p:nvPr>
        </p:nvSpPr>
        <p:spPr>
          <a:xfrm>
            <a:off x="685331" y="609602"/>
            <a:ext cx="5744043" cy="518159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0ADD435F-B5FC-174B-996B-374492C07D02}" type="slidenum">
              <a:rPr lang="en-US" altLang="en-US" smtClean="0"/>
              <a:pPr/>
              <a:t>‹#›</a:t>
            </a:fld>
            <a:endParaRPr lang="en-US" altLang="en-US"/>
          </a:p>
        </p:txBody>
      </p:sp>
    </p:spTree>
    <p:extLst>
      <p:ext uri="{BB962C8B-B14F-4D97-AF65-F5344CB8AC3E}">
        <p14:creationId xmlns:p14="http://schemas.microsoft.com/office/powerpoint/2010/main" val="2676234808"/>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2800" cap="none"/>
            </a:lvl1pPr>
          </a:lstStyle>
          <a:p>
            <a:r>
              <a:rPr lang="en-US" dirty="0"/>
              <a:t>Click to edit master title style</a:t>
            </a:r>
            <a:endParaRPr lang="en-AU" dirty="0"/>
          </a:p>
        </p:txBody>
      </p:sp>
      <p:sp>
        <p:nvSpPr>
          <p:cNvPr id="3" name="Content Placeholder 2"/>
          <p:cNvSpPr>
            <a:spLocks noGrp="1"/>
          </p:cNvSpPr>
          <p:nvPr>
            <p:ph idx="1" hasCustomPrompt="1"/>
          </p:nvPr>
        </p:nvSpPr>
        <p:spPr/>
        <p:txBody>
          <a:bodyPr/>
          <a:lstStyle>
            <a:lvl1pPr>
              <a:defRPr sz="2800" cap="none"/>
            </a:lvl1pPr>
            <a:lvl2pPr>
              <a:defRPr sz="2800" cap="none"/>
            </a:lvl2pPr>
            <a:lvl3pPr>
              <a:defRPr sz="2800" cap="none"/>
            </a:lvl3pPr>
            <a:lvl4pPr>
              <a:defRPr sz="2800" cap="none"/>
            </a:lvl4pPr>
            <a:lvl5pPr>
              <a:defRPr sz="2800" cap="none"/>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Rectangle 4">
            <a:extLst>
              <a:ext uri="{FF2B5EF4-FFF2-40B4-BE49-F238E27FC236}">
                <a16:creationId xmlns:a16="http://schemas.microsoft.com/office/drawing/2014/main" id="{14F305BE-37CF-C43C-DD37-5F1B4EF539EC}"/>
              </a:ext>
            </a:extLst>
          </p:cNvPr>
          <p:cNvSpPr>
            <a:spLocks noGrp="1" noChangeArrowheads="1"/>
          </p:cNvSpPr>
          <p:nvPr>
            <p:ph type="dt" sz="half" idx="10"/>
          </p:nvPr>
        </p:nvSpPr>
        <p:spPr>
          <a:ln/>
        </p:spPr>
        <p:txBody>
          <a:bodyPr/>
          <a:lstStyle>
            <a:lvl1pPr>
              <a:defRPr sz="2800"/>
            </a:lvl1pPr>
          </a:lstStyle>
          <a:p>
            <a:pPr>
              <a:defRPr/>
            </a:pPr>
            <a:endParaRPr lang="en-US" altLang="en-US" dirty="0"/>
          </a:p>
        </p:txBody>
      </p:sp>
      <p:sp>
        <p:nvSpPr>
          <p:cNvPr id="5" name="Rectangle 5">
            <a:extLst>
              <a:ext uri="{FF2B5EF4-FFF2-40B4-BE49-F238E27FC236}">
                <a16:creationId xmlns:a16="http://schemas.microsoft.com/office/drawing/2014/main" id="{0BF20F82-B732-C77D-0E46-4B0DAEE4B9FA}"/>
              </a:ext>
            </a:extLst>
          </p:cNvPr>
          <p:cNvSpPr>
            <a:spLocks noGrp="1" noChangeArrowheads="1"/>
          </p:cNvSpPr>
          <p:nvPr>
            <p:ph type="ftr" sz="quarter" idx="11"/>
          </p:nvPr>
        </p:nvSpPr>
        <p:spPr>
          <a:ln/>
        </p:spPr>
        <p:txBody>
          <a:bodyPr/>
          <a:lstStyle>
            <a:lvl1pPr>
              <a:defRPr sz="2800"/>
            </a:lvl1pPr>
          </a:lstStyle>
          <a:p>
            <a:pPr>
              <a:defRPr/>
            </a:pPr>
            <a:endParaRPr lang="en-US" altLang="en-US" dirty="0"/>
          </a:p>
        </p:txBody>
      </p:sp>
      <p:sp>
        <p:nvSpPr>
          <p:cNvPr id="6" name="Rectangle 6">
            <a:extLst>
              <a:ext uri="{FF2B5EF4-FFF2-40B4-BE49-F238E27FC236}">
                <a16:creationId xmlns:a16="http://schemas.microsoft.com/office/drawing/2014/main" id="{8D0B8378-75F8-02A7-8A82-4BDD7C48C282}"/>
              </a:ext>
            </a:extLst>
          </p:cNvPr>
          <p:cNvSpPr>
            <a:spLocks noGrp="1" noChangeArrowheads="1"/>
          </p:cNvSpPr>
          <p:nvPr>
            <p:ph type="sldNum" sz="quarter" idx="12"/>
          </p:nvPr>
        </p:nvSpPr>
        <p:spPr>
          <a:ln/>
        </p:spPr>
        <p:txBody>
          <a:bodyPr/>
          <a:lstStyle>
            <a:lvl1pPr>
              <a:defRPr sz="2800"/>
            </a:lvl1pPr>
          </a:lstStyle>
          <a:p>
            <a:fld id="{F2863997-D1F5-C843-BDEC-98536FAA2F22}" type="slidenum">
              <a:rPr lang="en-US" altLang="en-US" smtClean="0"/>
              <a:pPr/>
              <a:t>‹#›</a:t>
            </a:fld>
            <a:endParaRPr lang="en-US" altLang="en-US" dirty="0"/>
          </a:p>
        </p:txBody>
      </p:sp>
    </p:spTree>
    <p:extLst>
      <p:ext uri="{BB962C8B-B14F-4D97-AF65-F5344CB8AC3E}">
        <p14:creationId xmlns:p14="http://schemas.microsoft.com/office/powerpoint/2010/main" val="580174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618518"/>
            <a:ext cx="7773338" cy="1596177"/>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85331" y="2367094"/>
            <a:ext cx="7773339" cy="342410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5759053" y="5883276"/>
            <a:ext cx="2057400" cy="365125"/>
          </a:xfrm>
          <a:prstGeom prst="rect">
            <a:avLst/>
          </a:prstGeom>
        </p:spPr>
        <p:txBody>
          <a:bodyPr vert="horz" lIns="91440" tIns="45720" rIns="91440" bIns="45720" rtlCol="0" anchor="ctr"/>
          <a:lstStyle>
            <a:lvl1pPr algn="r">
              <a:defRPr sz="1000">
                <a:solidFill>
                  <a:schemeClr val="tx1"/>
                </a:solidFill>
              </a:defRPr>
            </a:lvl1pPr>
          </a:lstStyle>
          <a:p>
            <a:pPr>
              <a:defRPr/>
            </a:pPr>
            <a:endParaRPr lang="en-US" altLang="en-US"/>
          </a:p>
        </p:txBody>
      </p:sp>
      <p:sp>
        <p:nvSpPr>
          <p:cNvPr id="5" name="Footer Placeholder 4"/>
          <p:cNvSpPr>
            <a:spLocks noGrp="1"/>
          </p:cNvSpPr>
          <p:nvPr>
            <p:ph type="ftr" sz="quarter" idx="3"/>
          </p:nvPr>
        </p:nvSpPr>
        <p:spPr>
          <a:xfrm>
            <a:off x="685331" y="5883276"/>
            <a:ext cx="5004665" cy="365125"/>
          </a:xfrm>
          <a:prstGeom prst="rect">
            <a:avLst/>
          </a:prstGeom>
        </p:spPr>
        <p:txBody>
          <a:bodyPr vert="horz" lIns="91440" tIns="45720" rIns="91440" bIns="45720" rtlCol="0" anchor="ctr"/>
          <a:lstStyle>
            <a:lvl1pPr algn="l">
              <a:defRPr sz="1000">
                <a:solidFill>
                  <a:schemeClr val="tx1"/>
                </a:solidFill>
              </a:defRPr>
            </a:lvl1pPr>
          </a:lstStyle>
          <a:p>
            <a:pPr>
              <a:defRPr/>
            </a:pPr>
            <a:endParaRPr lang="en-US" altLang="en-US"/>
          </a:p>
        </p:txBody>
      </p:sp>
      <p:sp>
        <p:nvSpPr>
          <p:cNvPr id="6" name="Slide Number Placeholder 5"/>
          <p:cNvSpPr>
            <a:spLocks noGrp="1"/>
          </p:cNvSpPr>
          <p:nvPr>
            <p:ph type="sldNum" sz="quarter" idx="4"/>
          </p:nvPr>
        </p:nvSpPr>
        <p:spPr>
          <a:xfrm>
            <a:off x="7885509" y="5883276"/>
            <a:ext cx="573161" cy="365125"/>
          </a:xfrm>
          <a:prstGeom prst="rect">
            <a:avLst/>
          </a:prstGeom>
        </p:spPr>
        <p:txBody>
          <a:bodyPr vert="horz" lIns="91440" tIns="45720" rIns="91440" bIns="45720" rtlCol="0" anchor="ctr"/>
          <a:lstStyle>
            <a:lvl1pPr algn="r">
              <a:defRPr sz="1000">
                <a:solidFill>
                  <a:schemeClr val="tx1"/>
                </a:solidFill>
              </a:defRPr>
            </a:lvl1pPr>
          </a:lstStyle>
          <a:p>
            <a:fld id="{0ADD435F-B5FC-174B-996B-374492C07D02}" type="slidenum">
              <a:rPr lang="en-US" altLang="en-US" smtClean="0"/>
              <a:pPr/>
              <a:t>‹#›</a:t>
            </a:fld>
            <a:endParaRPr lang="en-US" altLang="en-US"/>
          </a:p>
        </p:txBody>
      </p:sp>
    </p:spTree>
    <p:extLst>
      <p:ext uri="{BB962C8B-B14F-4D97-AF65-F5344CB8AC3E}">
        <p14:creationId xmlns:p14="http://schemas.microsoft.com/office/powerpoint/2010/main" val="1649432886"/>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 id="2147483753" r:id="rId14"/>
    <p:sldLayoutId id="2147483754" r:id="rId15"/>
    <p:sldLayoutId id="2147483755" r:id="rId16"/>
    <p:sldLayoutId id="2147483756" r:id="rId17"/>
    <p:sldLayoutId id="2147483757" r:id="rId18"/>
  </p:sldLayoutIdLst>
  <p:hf hdr="0" ftr="0" dt="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FB67406D-9A77-9FAF-29C8-019B7E75B180}"/>
              </a:ext>
            </a:extLst>
          </p:cNvPr>
          <p:cNvSpPr>
            <a:spLocks noGrp="1" noChangeArrowheads="1"/>
          </p:cNvSpPr>
          <p:nvPr>
            <p:ph type="ctrTitle"/>
          </p:nvPr>
        </p:nvSpPr>
        <p:spPr>
          <a:xfrm>
            <a:off x="827584" y="2989311"/>
            <a:ext cx="7772400" cy="576262"/>
          </a:xfrm>
        </p:spPr>
        <p:txBody>
          <a:bodyPr>
            <a:normAutofit fontScale="90000"/>
          </a:bodyPr>
          <a:lstStyle/>
          <a:p>
            <a:pPr eaLnBrk="1" hangingPunct="1"/>
            <a:r>
              <a:rPr lang="en-US" altLang="en-US" cap="none" dirty="0">
                <a:latin typeface="Times New Roman" panose="02020603050405020304" pitchFamily="18" charset="0"/>
                <a:cs typeface="Times New Roman" panose="02020603050405020304" pitchFamily="18" charset="0"/>
              </a:rPr>
              <a:t>Fundamental Concepts Of Data Security</a:t>
            </a:r>
            <a:br>
              <a:rPr lang="en-US" altLang="en-US" cap="none" dirty="0">
                <a:latin typeface="Times New Roman" panose="02020603050405020304" pitchFamily="18" charset="0"/>
                <a:cs typeface="Times New Roman" panose="02020603050405020304" pitchFamily="18" charset="0"/>
              </a:rPr>
            </a:br>
            <a:endParaRPr lang="en-US" altLang="en-US" cap="none" dirty="0">
              <a:latin typeface="Times New Roman" panose="02020603050405020304" pitchFamily="18" charset="0"/>
              <a:cs typeface="Times New Roman" panose="02020603050405020304" pitchFamily="18" charset="0"/>
            </a:endParaRPr>
          </a:p>
        </p:txBody>
      </p:sp>
      <p:sp>
        <p:nvSpPr>
          <p:cNvPr id="3075" name="Rectangle 3">
            <a:extLst>
              <a:ext uri="{FF2B5EF4-FFF2-40B4-BE49-F238E27FC236}">
                <a16:creationId xmlns:a16="http://schemas.microsoft.com/office/drawing/2014/main" id="{10A31EC0-0B1D-55A5-D1D2-CE860F589539}"/>
              </a:ext>
            </a:extLst>
          </p:cNvPr>
          <p:cNvSpPr>
            <a:spLocks noGrp="1" noChangeArrowheads="1"/>
          </p:cNvSpPr>
          <p:nvPr>
            <p:ph type="subTitle" idx="1"/>
          </p:nvPr>
        </p:nvSpPr>
        <p:spPr/>
        <p:txBody>
          <a:bodyPr>
            <a:normAutofit/>
          </a:bodyPr>
          <a:lstStyle/>
          <a:p>
            <a:pPr eaLnBrk="1" hangingPunct="1"/>
            <a:r>
              <a:rPr lang="en-US" altLang="en-US" sz="3200" cap="none" dirty="0">
                <a:latin typeface="Times New Roman" panose="02020603050405020304" pitchFamily="18" charset="0"/>
                <a:cs typeface="Times New Roman" panose="02020603050405020304" pitchFamily="18" charset="0"/>
              </a:rPr>
              <a:t>Introduction</a:t>
            </a:r>
            <a:endParaRPr lang="en-US" altLang="en-US" sz="32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B87D9908-E190-995A-CCF3-09D70655EA46}"/>
              </a:ext>
            </a:extLst>
          </p:cNvPr>
          <p:cNvSpPr>
            <a:spLocks noGrp="1"/>
          </p:cNvSpPr>
          <p:nvPr>
            <p:ph type="sldNum" sz="quarter" idx="12"/>
          </p:nvPr>
        </p:nvSpPr>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2478A795-7143-DB4B-837B-E1622AF0D245}" type="slidenum">
              <a:rPr lang="en-US" altLang="en-US" sz="1400">
                <a:latin typeface="Trebuchet MS" panose="020B0703020202090204" pitchFamily="34" charset="0"/>
              </a:rPr>
              <a:pPr/>
              <a:t>1</a:t>
            </a:fld>
            <a:endParaRPr lang="en-US" altLang="en-US" sz="1400">
              <a:latin typeface="Trebuchet MS" panose="020B0703020202090204" pitchFamily="34" charset="0"/>
            </a:endParaRPr>
          </a:p>
        </p:txBody>
      </p:sp>
      <p:pic>
        <p:nvPicPr>
          <p:cNvPr id="3076" name="Picture 1">
            <a:extLst>
              <a:ext uri="{FF2B5EF4-FFF2-40B4-BE49-F238E27FC236}">
                <a16:creationId xmlns:a16="http://schemas.microsoft.com/office/drawing/2014/main" id="{835AD073-CD41-2970-B317-1636CB28A68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03913" y="49213"/>
            <a:ext cx="3203575"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4B8242A1-4493-E6C4-BB50-217B2C840F9F}"/>
              </a:ext>
            </a:extLst>
          </p:cNvPr>
          <p:cNvSpPr>
            <a:spLocks noGrp="1"/>
          </p:cNvSpPr>
          <p:nvPr>
            <p:ph idx="1"/>
          </p:nvPr>
        </p:nvSpPr>
        <p:spPr>
          <a:xfrm>
            <a:off x="539750" y="1341438"/>
            <a:ext cx="7772400" cy="4114800"/>
          </a:xfrm>
        </p:spPr>
        <p:txBody>
          <a:bodyPr>
            <a:normAutofit fontScale="77500" lnSpcReduction="20000"/>
          </a:bodyPr>
          <a:lstStyle/>
          <a:p>
            <a:pPr marL="0" indent="0" algn="ctr">
              <a:buFont typeface="Wingdings" pitchFamily="2" charset="2"/>
              <a:buNone/>
            </a:pPr>
            <a:r>
              <a:rPr lang="en-AU" altLang="en-US" sz="2000" b="1">
                <a:solidFill>
                  <a:srgbClr val="CD0000"/>
                </a:solidFill>
                <a:latin typeface="TrebuchetMS,Bold"/>
              </a:rPr>
              <a:t>COMMONWEALTH OF AUSTRALIA</a:t>
            </a:r>
          </a:p>
          <a:p>
            <a:pPr marL="0" indent="0" algn="ctr">
              <a:buFont typeface="Wingdings" pitchFamily="2" charset="2"/>
              <a:buNone/>
            </a:pPr>
            <a:r>
              <a:rPr lang="en-AU" altLang="en-US" sz="2000">
                <a:solidFill>
                  <a:srgbClr val="CD0000"/>
                </a:solidFill>
                <a:latin typeface="TrebuchetMS" panose="020B0703020202090204" pitchFamily="34" charset="0"/>
              </a:rPr>
              <a:t>Copyright Regulation 1969</a:t>
            </a:r>
          </a:p>
          <a:p>
            <a:pPr marL="0" indent="0" algn="ctr">
              <a:buFont typeface="Wingdings" pitchFamily="2" charset="2"/>
              <a:buNone/>
            </a:pPr>
            <a:r>
              <a:rPr lang="en-AU" altLang="en-US" sz="2000" b="1">
                <a:solidFill>
                  <a:srgbClr val="CD0000"/>
                </a:solidFill>
                <a:latin typeface="TrebuchetMS,Bold"/>
              </a:rPr>
              <a:t>WARNING</a:t>
            </a:r>
          </a:p>
          <a:p>
            <a:pPr marL="0" indent="0" algn="ctr">
              <a:buFont typeface="Wingdings" pitchFamily="2" charset="2"/>
              <a:buNone/>
            </a:pPr>
            <a:r>
              <a:rPr lang="en-AU" altLang="en-US" sz="2000">
                <a:solidFill>
                  <a:srgbClr val="CD0000"/>
                </a:solidFill>
                <a:latin typeface="TrebuchetMS" panose="020B0703020202090204" pitchFamily="34" charset="0"/>
              </a:rPr>
              <a:t>This material has been copied and communicated to you by</a:t>
            </a:r>
          </a:p>
          <a:p>
            <a:pPr marL="0" indent="0" algn="ctr">
              <a:buFont typeface="Wingdings" pitchFamily="2" charset="2"/>
              <a:buNone/>
            </a:pPr>
            <a:r>
              <a:rPr lang="en-AU" altLang="en-US" sz="2000">
                <a:solidFill>
                  <a:srgbClr val="CD0000"/>
                </a:solidFill>
                <a:latin typeface="TrebuchetMS" panose="020B0703020202090204" pitchFamily="34" charset="0"/>
              </a:rPr>
              <a:t>or on behalf of Curtin University of Technology pursuant</a:t>
            </a:r>
          </a:p>
          <a:p>
            <a:pPr marL="0" indent="0" algn="ctr">
              <a:buFont typeface="Wingdings" pitchFamily="2" charset="2"/>
              <a:buNone/>
            </a:pPr>
            <a:r>
              <a:rPr lang="en-AU" altLang="en-US" sz="2000">
                <a:solidFill>
                  <a:srgbClr val="CD0000"/>
                </a:solidFill>
                <a:latin typeface="TrebuchetMS" panose="020B0703020202090204" pitchFamily="34" charset="0"/>
              </a:rPr>
              <a:t>to Part VB of the Copyright Act 1968 (the Act)</a:t>
            </a:r>
          </a:p>
          <a:p>
            <a:pPr marL="0" indent="0" algn="ctr">
              <a:buFont typeface="Wingdings" pitchFamily="2" charset="2"/>
              <a:buNone/>
            </a:pPr>
            <a:r>
              <a:rPr lang="en-AU" altLang="en-US" sz="2000">
                <a:solidFill>
                  <a:srgbClr val="CD0000"/>
                </a:solidFill>
                <a:latin typeface="TrebuchetMS" panose="020B0703020202090204" pitchFamily="34" charset="0"/>
              </a:rPr>
              <a:t>The material in this communication may be subject to</a:t>
            </a:r>
          </a:p>
          <a:p>
            <a:pPr marL="0" indent="0" algn="ctr">
              <a:buFont typeface="Wingdings" pitchFamily="2" charset="2"/>
              <a:buNone/>
            </a:pPr>
            <a:r>
              <a:rPr lang="en-AU" altLang="en-US" sz="2000">
                <a:solidFill>
                  <a:srgbClr val="CD0000"/>
                </a:solidFill>
                <a:latin typeface="TrebuchetMS" panose="020B0703020202090204" pitchFamily="34" charset="0"/>
              </a:rPr>
              <a:t>copyright under the Act. Any further copying or</a:t>
            </a:r>
          </a:p>
          <a:p>
            <a:pPr marL="0" indent="0" algn="ctr">
              <a:buFont typeface="Wingdings" pitchFamily="2" charset="2"/>
              <a:buNone/>
            </a:pPr>
            <a:r>
              <a:rPr lang="en-AU" altLang="en-US" sz="2000">
                <a:solidFill>
                  <a:srgbClr val="CD0000"/>
                </a:solidFill>
                <a:latin typeface="TrebuchetMS" panose="020B0703020202090204" pitchFamily="34" charset="0"/>
              </a:rPr>
              <a:t>communication of this material by you may be the</a:t>
            </a:r>
          </a:p>
          <a:p>
            <a:pPr marL="0" indent="0" algn="ctr">
              <a:buFont typeface="Wingdings" pitchFamily="2" charset="2"/>
              <a:buNone/>
            </a:pPr>
            <a:r>
              <a:rPr lang="en-AU" altLang="en-US" sz="2000">
                <a:solidFill>
                  <a:srgbClr val="CD0000"/>
                </a:solidFill>
                <a:latin typeface="TrebuchetMS" panose="020B0703020202090204" pitchFamily="34" charset="0"/>
              </a:rPr>
              <a:t>subject of copyright protection under the Act.</a:t>
            </a:r>
          </a:p>
          <a:p>
            <a:pPr marL="0" indent="0" algn="ctr">
              <a:buFont typeface="Wingdings" pitchFamily="2" charset="2"/>
              <a:buNone/>
            </a:pPr>
            <a:r>
              <a:rPr lang="en-AU" altLang="en-US" sz="2000">
                <a:solidFill>
                  <a:srgbClr val="CD0000"/>
                </a:solidFill>
                <a:latin typeface="TrebuchetMS" panose="020B0703020202090204" pitchFamily="34" charset="0"/>
              </a:rPr>
              <a:t>Do not remove this notice</a:t>
            </a:r>
            <a:endParaRPr lang="en-AU" altLang="en-US" sz="2000"/>
          </a:p>
        </p:txBody>
      </p:sp>
      <p:sp>
        <p:nvSpPr>
          <p:cNvPr id="2" name="Slide Number Placeholder 1">
            <a:extLst>
              <a:ext uri="{FF2B5EF4-FFF2-40B4-BE49-F238E27FC236}">
                <a16:creationId xmlns:a16="http://schemas.microsoft.com/office/drawing/2014/main" id="{C074BC11-8060-181B-2D3C-6F524CD956A7}"/>
              </a:ext>
            </a:extLst>
          </p:cNvPr>
          <p:cNvSpPr>
            <a:spLocks noGrp="1"/>
          </p:cNvSpPr>
          <p:nvPr>
            <p:ph type="sldNum" sz="quarter" idx="12"/>
          </p:nvPr>
        </p:nvSpPr>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896872D5-A7BF-ED48-BB2A-71A962576592}" type="slidenum">
              <a:rPr lang="en-US" altLang="en-US" sz="1400">
                <a:latin typeface="Trebuchet MS" panose="020B0703020202090204" pitchFamily="34" charset="0"/>
              </a:rPr>
              <a:pPr/>
              <a:t>2</a:t>
            </a:fld>
            <a:endParaRPr lang="en-US" altLang="en-US" sz="1400">
              <a:latin typeface="Trebuchet MS" panose="020B070302020209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9E329872-C3E1-1875-F8A6-A4178D7D4F37}"/>
              </a:ext>
            </a:extLst>
          </p:cNvPr>
          <p:cNvSpPr>
            <a:spLocks noGrp="1" noChangeArrowheads="1"/>
          </p:cNvSpPr>
          <p:nvPr>
            <p:ph type="title"/>
          </p:nvPr>
        </p:nvSpPr>
        <p:spPr/>
        <p:txBody>
          <a:bodyPr/>
          <a:lstStyle/>
          <a:p>
            <a:pPr eaLnBrk="1" hangingPunct="1"/>
            <a:r>
              <a:rPr lang="en-US" altLang="en-US" dirty="0"/>
              <a:t>Unit Objectives</a:t>
            </a:r>
          </a:p>
        </p:txBody>
      </p:sp>
      <p:sp>
        <p:nvSpPr>
          <p:cNvPr id="6147" name="Rectangle 3">
            <a:extLst>
              <a:ext uri="{FF2B5EF4-FFF2-40B4-BE49-F238E27FC236}">
                <a16:creationId xmlns:a16="http://schemas.microsoft.com/office/drawing/2014/main" id="{429D1ACF-DA83-1C72-11AC-ADB96B20A9E6}"/>
              </a:ext>
            </a:extLst>
          </p:cNvPr>
          <p:cNvSpPr>
            <a:spLocks noGrp="1" noChangeArrowheads="1"/>
          </p:cNvSpPr>
          <p:nvPr>
            <p:ph idx="1"/>
          </p:nvPr>
        </p:nvSpPr>
        <p:spPr/>
        <p:txBody>
          <a:bodyPr>
            <a:normAutofit/>
          </a:bodyPr>
          <a:lstStyle/>
          <a:p>
            <a:pPr eaLnBrk="1" hangingPunct="1">
              <a:lnSpc>
                <a:spcPct val="90000"/>
              </a:lnSpc>
            </a:pPr>
            <a:r>
              <a:rPr lang="en-US" altLang="en-US" sz="2400" dirty="0"/>
              <a:t>Key concepts and approaches that are fundamental to data security</a:t>
            </a:r>
          </a:p>
          <a:p>
            <a:pPr eaLnBrk="1" hangingPunct="1">
              <a:lnSpc>
                <a:spcPct val="90000"/>
              </a:lnSpc>
            </a:pPr>
            <a:r>
              <a:rPr lang="en-US" altLang="en-US" sz="2400" dirty="0"/>
              <a:t>Detailed coverage of major aspects of data security</a:t>
            </a:r>
          </a:p>
          <a:p>
            <a:pPr lvl="1" eaLnBrk="1" hangingPunct="1">
              <a:lnSpc>
                <a:spcPct val="90000"/>
              </a:lnSpc>
            </a:pPr>
            <a:r>
              <a:rPr lang="en-US" altLang="en-US" sz="2400" dirty="0"/>
              <a:t>security goals and general approaches to protecting data and information</a:t>
            </a:r>
          </a:p>
          <a:p>
            <a:pPr lvl="1" eaLnBrk="1" hangingPunct="1">
              <a:lnSpc>
                <a:spcPct val="90000"/>
              </a:lnSpc>
            </a:pPr>
            <a:r>
              <a:rPr lang="en-US" altLang="en-US" sz="2400" dirty="0"/>
              <a:t>security controls (administrative, physical, technical)</a:t>
            </a:r>
          </a:p>
          <a:p>
            <a:pPr lvl="1" eaLnBrk="1" hangingPunct="1">
              <a:lnSpc>
                <a:spcPct val="90000"/>
              </a:lnSpc>
            </a:pPr>
            <a:r>
              <a:rPr lang="en-US" altLang="en-US" sz="2400" dirty="0"/>
              <a:t>business continuity</a:t>
            </a:r>
          </a:p>
          <a:p>
            <a:pPr lvl="1" eaLnBrk="1" hangingPunct="1">
              <a:lnSpc>
                <a:spcPct val="90000"/>
              </a:lnSpc>
            </a:pPr>
            <a:r>
              <a:rPr lang="en-US" altLang="en-US" sz="2400" dirty="0"/>
              <a:t>ethics</a:t>
            </a:r>
          </a:p>
        </p:txBody>
      </p:sp>
      <p:sp>
        <p:nvSpPr>
          <p:cNvPr id="2" name="Slide Number Placeholder 1">
            <a:extLst>
              <a:ext uri="{FF2B5EF4-FFF2-40B4-BE49-F238E27FC236}">
                <a16:creationId xmlns:a16="http://schemas.microsoft.com/office/drawing/2014/main" id="{2E617083-4DEF-0E42-1815-4788B832F09D}"/>
              </a:ext>
            </a:extLst>
          </p:cNvPr>
          <p:cNvSpPr>
            <a:spLocks noGrp="1"/>
          </p:cNvSpPr>
          <p:nvPr>
            <p:ph type="sldNum" sz="quarter" idx="12"/>
          </p:nvPr>
        </p:nvSpPr>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BEB33B2E-CA73-4944-ACD4-847C91DB98D3}" type="slidenum">
              <a:rPr lang="en-US" altLang="en-US" sz="1400">
                <a:latin typeface="Trebuchet MS" panose="020B0703020202090204" pitchFamily="34" charset="0"/>
              </a:rPr>
              <a:pPr/>
              <a:t>3</a:t>
            </a:fld>
            <a:endParaRPr lang="en-US" altLang="en-US" sz="1400">
              <a:latin typeface="Trebuchet MS" panose="020B070302020209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F30BCA-5F55-4A35-59E8-13249733C096}"/>
              </a:ext>
            </a:extLst>
          </p:cNvPr>
          <p:cNvSpPr>
            <a:spLocks noGrp="1"/>
          </p:cNvSpPr>
          <p:nvPr>
            <p:ph type="sldNum" sz="quarter" idx="12"/>
          </p:nvPr>
        </p:nvSpPr>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7C6043F9-201F-B648-8A13-388BD07ED9B2}" type="slidenum">
              <a:rPr lang="en-US" altLang="en-US" sz="1400">
                <a:latin typeface="Trebuchet MS" panose="020B0703020202090204" pitchFamily="34" charset="0"/>
              </a:rPr>
              <a:pPr/>
              <a:t>4</a:t>
            </a:fld>
            <a:endParaRPr lang="en-US" altLang="en-US" sz="1400">
              <a:latin typeface="Trebuchet MS" panose="020B0703020202090204" pitchFamily="34" charset="0"/>
            </a:endParaRPr>
          </a:p>
        </p:txBody>
      </p:sp>
      <p:pic>
        <p:nvPicPr>
          <p:cNvPr id="7171" name="Picture 2">
            <a:extLst>
              <a:ext uri="{FF2B5EF4-FFF2-40B4-BE49-F238E27FC236}">
                <a16:creationId xmlns:a16="http://schemas.microsoft.com/office/drawing/2014/main" id="{758E123C-2177-2779-10F5-433BE41363F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32000" y="1144588"/>
            <a:ext cx="6500813" cy="507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324E5E23-5340-3DD1-B0A4-EDD40B0ACE93}"/>
              </a:ext>
            </a:extLst>
          </p:cNvPr>
          <p:cNvSpPr>
            <a:spLocks noGrp="1" noChangeArrowheads="1"/>
          </p:cNvSpPr>
          <p:nvPr>
            <p:ph type="title"/>
          </p:nvPr>
        </p:nvSpPr>
        <p:spPr/>
        <p:txBody>
          <a:bodyPr/>
          <a:lstStyle/>
          <a:p>
            <a:pPr eaLnBrk="1" hangingPunct="1"/>
            <a:r>
              <a:rPr lang="en-US" altLang="en-US"/>
              <a:t>Introduction</a:t>
            </a:r>
          </a:p>
        </p:txBody>
      </p:sp>
      <p:sp>
        <p:nvSpPr>
          <p:cNvPr id="9219" name="Rectangle 3">
            <a:extLst>
              <a:ext uri="{FF2B5EF4-FFF2-40B4-BE49-F238E27FC236}">
                <a16:creationId xmlns:a16="http://schemas.microsoft.com/office/drawing/2014/main" id="{234FBD66-D0E4-1763-4D4F-AF0B8193A189}"/>
              </a:ext>
            </a:extLst>
          </p:cNvPr>
          <p:cNvSpPr>
            <a:spLocks noGrp="1" noChangeArrowheads="1"/>
          </p:cNvSpPr>
          <p:nvPr>
            <p:ph idx="1"/>
          </p:nvPr>
        </p:nvSpPr>
        <p:spPr>
          <a:xfrm>
            <a:off x="685800" y="1700213"/>
            <a:ext cx="7772400" cy="4395787"/>
          </a:xfrm>
        </p:spPr>
        <p:txBody>
          <a:bodyPr>
            <a:normAutofit/>
          </a:bodyPr>
          <a:lstStyle/>
          <a:p>
            <a:pPr eaLnBrk="1" hangingPunct="1">
              <a:lnSpc>
                <a:spcPct val="90000"/>
              </a:lnSpc>
            </a:pPr>
            <a:r>
              <a:rPr lang="en-US" altLang="en-US" sz="2800" dirty="0"/>
              <a:t>Topics to explore</a:t>
            </a:r>
          </a:p>
          <a:p>
            <a:pPr lvl="1" eaLnBrk="1" hangingPunct="1">
              <a:lnSpc>
                <a:spcPct val="90000"/>
              </a:lnSpc>
            </a:pPr>
            <a:r>
              <a:rPr lang="en-US" altLang="en-US" sz="2400" dirty="0"/>
              <a:t>what is security and how it has changed over time</a:t>
            </a:r>
          </a:p>
          <a:p>
            <a:pPr lvl="1" eaLnBrk="1" hangingPunct="1">
              <a:lnSpc>
                <a:spcPct val="90000"/>
              </a:lnSpc>
            </a:pPr>
            <a:r>
              <a:rPr lang="en-US" altLang="en-US" sz="2400" dirty="0"/>
              <a:t>what is needed to have an effective security system</a:t>
            </a:r>
          </a:p>
          <a:p>
            <a:pPr lvl="1" eaLnBrk="1" hangingPunct="1">
              <a:lnSpc>
                <a:spcPct val="90000"/>
              </a:lnSpc>
            </a:pPr>
            <a:r>
              <a:rPr lang="en-US" altLang="en-US" sz="2400" dirty="0"/>
              <a:t>what are the principles of security</a:t>
            </a:r>
          </a:p>
          <a:p>
            <a:pPr lvl="1" eaLnBrk="1" hangingPunct="1">
              <a:lnSpc>
                <a:spcPct val="90000"/>
              </a:lnSpc>
            </a:pPr>
            <a:r>
              <a:rPr lang="en-US" altLang="en-US" sz="2400" dirty="0"/>
              <a:t>what are the broad guidelines in terms of past security standards</a:t>
            </a:r>
            <a:endParaRPr lang="en-US" altLang="en-US" dirty="0"/>
          </a:p>
          <a:p>
            <a:pPr eaLnBrk="1" hangingPunct="1">
              <a:lnSpc>
                <a:spcPct val="90000"/>
              </a:lnSpc>
            </a:pPr>
            <a:r>
              <a:rPr lang="en-US" altLang="en-US" sz="2800" dirty="0"/>
              <a:t>Security policy and procedures</a:t>
            </a:r>
          </a:p>
          <a:p>
            <a:pPr lvl="1" eaLnBrk="1" hangingPunct="1">
              <a:lnSpc>
                <a:spcPct val="90000"/>
              </a:lnSpc>
            </a:pPr>
            <a:r>
              <a:rPr lang="en-US" altLang="en-US" sz="2400" dirty="0"/>
              <a:t>information classification</a:t>
            </a:r>
          </a:p>
          <a:p>
            <a:pPr lvl="1" eaLnBrk="1" hangingPunct="1">
              <a:lnSpc>
                <a:spcPct val="90000"/>
              </a:lnSpc>
            </a:pPr>
            <a:r>
              <a:rPr lang="en-US" altLang="en-US" sz="2400" dirty="0"/>
              <a:t>education</a:t>
            </a:r>
          </a:p>
          <a:p>
            <a:pPr lvl="1" eaLnBrk="1" hangingPunct="1">
              <a:lnSpc>
                <a:spcPct val="90000"/>
              </a:lnSpc>
            </a:pPr>
            <a:r>
              <a:rPr lang="en-US" altLang="en-US" sz="2400" dirty="0"/>
              <a:t>risk analysis</a:t>
            </a:r>
          </a:p>
        </p:txBody>
      </p:sp>
      <p:sp>
        <p:nvSpPr>
          <p:cNvPr id="2" name="Slide Number Placeholder 1">
            <a:extLst>
              <a:ext uri="{FF2B5EF4-FFF2-40B4-BE49-F238E27FC236}">
                <a16:creationId xmlns:a16="http://schemas.microsoft.com/office/drawing/2014/main" id="{0DD95479-C08D-615B-45FB-95F69EF91ADE}"/>
              </a:ext>
            </a:extLst>
          </p:cNvPr>
          <p:cNvSpPr>
            <a:spLocks noGrp="1"/>
          </p:cNvSpPr>
          <p:nvPr>
            <p:ph type="sldNum" sz="quarter" idx="12"/>
          </p:nvPr>
        </p:nvSpPr>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3627407B-2ED1-6A44-9291-879BC98C1F6D}" type="slidenum">
              <a:rPr lang="en-US" altLang="en-US" sz="1400">
                <a:latin typeface="Trebuchet MS" panose="020B0703020202090204" pitchFamily="34" charset="0"/>
              </a:rPr>
              <a:pPr/>
              <a:t>5</a:t>
            </a:fld>
            <a:endParaRPr lang="en-US" altLang="en-US" sz="1400">
              <a:latin typeface="Trebuchet MS" panose="020B070302020209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11273" name="Rectangle 11272">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9" name="Picture 11268" descr="Illuminated server room panel">
            <a:extLst>
              <a:ext uri="{FF2B5EF4-FFF2-40B4-BE49-F238E27FC236}">
                <a16:creationId xmlns:a16="http://schemas.microsoft.com/office/drawing/2014/main" id="{B62F0C09-6711-E0DA-6BA4-BD683F6DE63B}"/>
              </a:ext>
            </a:extLst>
          </p:cNvPr>
          <p:cNvPicPr>
            <a:picLocks noChangeAspect="1"/>
          </p:cNvPicPr>
          <p:nvPr/>
        </p:nvPicPr>
        <p:blipFill>
          <a:blip r:embed="rId3"/>
          <a:srcRect l="31944" r="38675" b="-1"/>
          <a:stretch/>
        </p:blipFill>
        <p:spPr>
          <a:xfrm>
            <a:off x="20" y="10"/>
            <a:ext cx="3018550" cy="6857990"/>
          </a:xfrm>
          <a:prstGeom prst="rect">
            <a:avLst/>
          </a:prstGeom>
        </p:spPr>
      </p:pic>
      <p:sp>
        <p:nvSpPr>
          <p:cNvPr id="11275" name="Rectangle 11274">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8570" y="-2"/>
            <a:ext cx="60985"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77" name="Picture 11276">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266" name="Title 1">
            <a:extLst>
              <a:ext uri="{FF2B5EF4-FFF2-40B4-BE49-F238E27FC236}">
                <a16:creationId xmlns:a16="http://schemas.microsoft.com/office/drawing/2014/main" id="{B568CF7A-8F53-1865-7102-F423B83E5F8E}"/>
              </a:ext>
            </a:extLst>
          </p:cNvPr>
          <p:cNvSpPr>
            <a:spLocks noGrp="1"/>
          </p:cNvSpPr>
          <p:nvPr>
            <p:ph type="title"/>
          </p:nvPr>
        </p:nvSpPr>
        <p:spPr>
          <a:xfrm>
            <a:off x="3348787" y="618517"/>
            <a:ext cx="5004665" cy="1596177"/>
          </a:xfrm>
        </p:spPr>
        <p:txBody>
          <a:bodyPr>
            <a:normAutofit/>
          </a:bodyPr>
          <a:lstStyle/>
          <a:p>
            <a:r>
              <a:rPr lang="en-AU" altLang="en-US"/>
              <a:t>What is data security?</a:t>
            </a:r>
          </a:p>
        </p:txBody>
      </p:sp>
      <p:sp>
        <p:nvSpPr>
          <p:cNvPr id="11267" name="Content Placeholder 2">
            <a:extLst>
              <a:ext uri="{FF2B5EF4-FFF2-40B4-BE49-F238E27FC236}">
                <a16:creationId xmlns:a16="http://schemas.microsoft.com/office/drawing/2014/main" id="{14162F6F-E7CA-CE93-D74B-2CF6C88F223A}"/>
              </a:ext>
            </a:extLst>
          </p:cNvPr>
          <p:cNvSpPr>
            <a:spLocks noGrp="1"/>
          </p:cNvSpPr>
          <p:nvPr>
            <p:ph idx="1"/>
          </p:nvPr>
        </p:nvSpPr>
        <p:spPr>
          <a:xfrm>
            <a:off x="3348786" y="2367092"/>
            <a:ext cx="5004665" cy="3424107"/>
          </a:xfrm>
        </p:spPr>
        <p:txBody>
          <a:bodyPr>
            <a:normAutofit fontScale="85000" lnSpcReduction="10000"/>
          </a:bodyPr>
          <a:lstStyle/>
          <a:p>
            <a:r>
              <a:rPr lang="en-AU" altLang="en-US"/>
              <a:t>Data: information</a:t>
            </a:r>
          </a:p>
          <a:p>
            <a:r>
              <a:rPr lang="en-AU" altLang="en-US"/>
              <a:t>Data security</a:t>
            </a:r>
          </a:p>
          <a:p>
            <a:pPr lvl="1"/>
            <a:r>
              <a:rPr lang="en-AU" altLang="en-US"/>
              <a:t>Practice of protecting information</a:t>
            </a:r>
          </a:p>
          <a:p>
            <a:pPr lvl="1"/>
            <a:r>
              <a:rPr lang="en-AU" altLang="en-US"/>
              <a:t>Mitigate risks</a:t>
            </a:r>
          </a:p>
          <a:p>
            <a:pPr lvl="1"/>
            <a:r>
              <a:rPr lang="en-AU" altLang="en-US"/>
              <a:t>Balanced approach: confidentiality, integrity, availability</a:t>
            </a:r>
          </a:p>
        </p:txBody>
      </p:sp>
      <p:sp>
        <p:nvSpPr>
          <p:cNvPr id="4" name="Slide Number Placeholder 3">
            <a:extLst>
              <a:ext uri="{FF2B5EF4-FFF2-40B4-BE49-F238E27FC236}">
                <a16:creationId xmlns:a16="http://schemas.microsoft.com/office/drawing/2014/main" id="{2582C38C-0671-32B1-6005-1B3E7877C245}"/>
              </a:ext>
            </a:extLst>
          </p:cNvPr>
          <p:cNvSpPr>
            <a:spLocks noGrp="1"/>
          </p:cNvSpPr>
          <p:nvPr>
            <p:ph type="sldNum" sz="quarter" idx="12"/>
          </p:nvPr>
        </p:nvSpPr>
        <p:spPr>
          <a:xfrm>
            <a:off x="7885508" y="5883275"/>
            <a:ext cx="573161" cy="365125"/>
          </a:xfrm>
        </p:spPr>
        <p:txBody>
          <a:bodyPr>
            <a:norm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90000"/>
              </a:lnSpc>
              <a:spcAft>
                <a:spcPts val="600"/>
              </a:spcAft>
            </a:pPr>
            <a:fld id="{E1F36419-E851-9E40-888E-259FB2D35896}" type="slidenum">
              <a:rPr lang="en-US" altLang="en-US" sz="1900">
                <a:latin typeface="Trebuchet MS" panose="020B0703020202090204" pitchFamily="34" charset="0"/>
              </a:rPr>
              <a:pPr>
                <a:lnSpc>
                  <a:spcPct val="90000"/>
                </a:lnSpc>
                <a:spcAft>
                  <a:spcPts val="600"/>
                </a:spcAft>
              </a:pPr>
              <a:t>6</a:t>
            </a:fld>
            <a:endParaRPr lang="en-US" altLang="en-US" sz="1900">
              <a:latin typeface="Trebuchet MS" panose="020B070302020209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0F6B902B-0A4B-D4EC-3080-D992B1EEC837}"/>
              </a:ext>
            </a:extLst>
          </p:cNvPr>
          <p:cNvSpPr>
            <a:spLocks noGrp="1"/>
          </p:cNvSpPr>
          <p:nvPr>
            <p:ph type="title"/>
          </p:nvPr>
        </p:nvSpPr>
        <p:spPr/>
        <p:txBody>
          <a:bodyPr/>
          <a:lstStyle/>
          <a:p>
            <a:r>
              <a:rPr lang="en-AU" altLang="en-US"/>
              <a:t>Information Systems</a:t>
            </a:r>
          </a:p>
        </p:txBody>
      </p:sp>
      <p:sp>
        <p:nvSpPr>
          <p:cNvPr id="13315" name="Content Placeholder 2">
            <a:extLst>
              <a:ext uri="{FF2B5EF4-FFF2-40B4-BE49-F238E27FC236}">
                <a16:creationId xmlns:a16="http://schemas.microsoft.com/office/drawing/2014/main" id="{C4DCF38A-126D-4B75-2F6B-2F85894329D6}"/>
              </a:ext>
            </a:extLst>
          </p:cNvPr>
          <p:cNvSpPr>
            <a:spLocks noGrp="1"/>
          </p:cNvSpPr>
          <p:nvPr>
            <p:ph idx="1"/>
          </p:nvPr>
        </p:nvSpPr>
        <p:spPr>
          <a:xfrm>
            <a:off x="685800" y="1981200"/>
            <a:ext cx="8350250" cy="4114800"/>
          </a:xfrm>
        </p:spPr>
        <p:txBody>
          <a:bodyPr>
            <a:normAutofit fontScale="92500" lnSpcReduction="10000"/>
          </a:bodyPr>
          <a:lstStyle/>
          <a:p>
            <a:r>
              <a:rPr lang="en-AU" altLang="en-US"/>
              <a:t>Six components</a:t>
            </a:r>
          </a:p>
          <a:p>
            <a:pPr lvl="1"/>
            <a:r>
              <a:rPr lang="en-AU" altLang="en-US"/>
              <a:t>Data: database records, files, documents…</a:t>
            </a:r>
          </a:p>
          <a:p>
            <a:pPr lvl="1"/>
            <a:r>
              <a:rPr lang="en-AU" altLang="en-US"/>
              <a:t>Software: applications, operating systems…</a:t>
            </a:r>
          </a:p>
          <a:p>
            <a:pPr lvl="1"/>
            <a:r>
              <a:rPr lang="en-AU" altLang="en-US"/>
              <a:t>Hardware: server, UPS, usb devices…</a:t>
            </a:r>
          </a:p>
          <a:p>
            <a:pPr lvl="1"/>
            <a:r>
              <a:rPr lang="en-AU" altLang="en-US"/>
              <a:t>Network: cables, routers, LANs, WiFi…</a:t>
            </a:r>
          </a:p>
          <a:p>
            <a:pPr lvl="1"/>
            <a:r>
              <a:rPr lang="en-AU" altLang="en-US"/>
              <a:t>People/Users: administrators, normal users…</a:t>
            </a:r>
          </a:p>
          <a:p>
            <a:pPr lvl="1"/>
            <a:r>
              <a:rPr lang="en-AU" altLang="en-US"/>
              <a:t>Procedures: security policies, continuity plans, incident response plans…</a:t>
            </a:r>
          </a:p>
        </p:txBody>
      </p:sp>
      <p:sp>
        <p:nvSpPr>
          <p:cNvPr id="4" name="Slide Number Placeholder 3">
            <a:extLst>
              <a:ext uri="{FF2B5EF4-FFF2-40B4-BE49-F238E27FC236}">
                <a16:creationId xmlns:a16="http://schemas.microsoft.com/office/drawing/2014/main" id="{5F4AB994-4E2E-FD40-252D-EEEBA0C1E774}"/>
              </a:ext>
            </a:extLst>
          </p:cNvPr>
          <p:cNvSpPr>
            <a:spLocks noGrp="1"/>
          </p:cNvSpPr>
          <p:nvPr>
            <p:ph type="sldNum" sz="quarter" idx="12"/>
          </p:nvPr>
        </p:nvSpPr>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7CD66591-EDEA-C744-A37D-16652D166C12}" type="slidenum">
              <a:rPr lang="en-US" altLang="en-US" sz="1400">
                <a:latin typeface="Trebuchet MS" panose="020B0703020202090204" pitchFamily="34" charset="0"/>
              </a:rPr>
              <a:pPr/>
              <a:t>7</a:t>
            </a:fld>
            <a:endParaRPr lang="en-US" altLang="en-US" sz="1400">
              <a:latin typeface="Trebuchet MS" panose="020B070302020209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15369" name="Rectangle 15368">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365" name="Picture 15364" descr="Transparent padlock">
            <a:extLst>
              <a:ext uri="{FF2B5EF4-FFF2-40B4-BE49-F238E27FC236}">
                <a16:creationId xmlns:a16="http://schemas.microsoft.com/office/drawing/2014/main" id="{88E21D87-21DB-7DEF-3D4C-588CC158BD97}"/>
              </a:ext>
            </a:extLst>
          </p:cNvPr>
          <p:cNvPicPr>
            <a:picLocks noChangeAspect="1"/>
          </p:cNvPicPr>
          <p:nvPr/>
        </p:nvPicPr>
        <p:blipFill>
          <a:blip r:embed="rId3"/>
          <a:srcRect l="22659" r="48512" b="2"/>
          <a:stretch/>
        </p:blipFill>
        <p:spPr>
          <a:xfrm>
            <a:off x="20" y="10"/>
            <a:ext cx="3018550" cy="6857990"/>
          </a:xfrm>
          <a:prstGeom prst="rect">
            <a:avLst/>
          </a:prstGeom>
        </p:spPr>
      </p:pic>
      <p:sp>
        <p:nvSpPr>
          <p:cNvPr id="15371" name="Rectangle 15370">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8570" y="-2"/>
            <a:ext cx="60985"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373" name="Picture 15372">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362" name="Rectangle 2">
            <a:extLst>
              <a:ext uri="{FF2B5EF4-FFF2-40B4-BE49-F238E27FC236}">
                <a16:creationId xmlns:a16="http://schemas.microsoft.com/office/drawing/2014/main" id="{2F17D2EC-2F22-DFC6-9D9E-48F93E93A55D}"/>
              </a:ext>
            </a:extLst>
          </p:cNvPr>
          <p:cNvSpPr>
            <a:spLocks noGrp="1" noChangeArrowheads="1"/>
          </p:cNvSpPr>
          <p:nvPr>
            <p:ph type="title"/>
          </p:nvPr>
        </p:nvSpPr>
        <p:spPr>
          <a:xfrm>
            <a:off x="3194559" y="120767"/>
            <a:ext cx="5004665" cy="1596177"/>
          </a:xfrm>
        </p:spPr>
        <p:txBody>
          <a:bodyPr>
            <a:normAutofit/>
          </a:bodyPr>
          <a:lstStyle/>
          <a:p>
            <a:pPr eaLnBrk="1" hangingPunct="1"/>
            <a:r>
              <a:rPr lang="en-US" altLang="en-US" dirty="0"/>
              <a:t>Historical Perspective</a:t>
            </a:r>
          </a:p>
        </p:txBody>
      </p:sp>
      <p:sp>
        <p:nvSpPr>
          <p:cNvPr id="15363" name="Rectangle 3">
            <a:extLst>
              <a:ext uri="{FF2B5EF4-FFF2-40B4-BE49-F238E27FC236}">
                <a16:creationId xmlns:a16="http://schemas.microsoft.com/office/drawing/2014/main" id="{412F0A63-D41F-CDC8-7082-A2A8DFC82B20}"/>
              </a:ext>
            </a:extLst>
          </p:cNvPr>
          <p:cNvSpPr>
            <a:spLocks noGrp="1" noChangeArrowheads="1"/>
          </p:cNvSpPr>
          <p:nvPr>
            <p:ph idx="1"/>
          </p:nvPr>
        </p:nvSpPr>
        <p:spPr>
          <a:xfrm>
            <a:off x="3348786" y="1716945"/>
            <a:ext cx="5004665" cy="3424107"/>
          </a:xfrm>
        </p:spPr>
        <p:txBody>
          <a:bodyPr>
            <a:noAutofit/>
          </a:bodyPr>
          <a:lstStyle/>
          <a:p>
            <a:pPr eaLnBrk="1" hangingPunct="1">
              <a:lnSpc>
                <a:spcPct val="110000"/>
              </a:lnSpc>
            </a:pPr>
            <a:r>
              <a:rPr lang="en-US" altLang="en-US" sz="1800" dirty="0"/>
              <a:t>Security used to be much different</a:t>
            </a:r>
          </a:p>
          <a:p>
            <a:pPr lvl="1" eaLnBrk="1" hangingPunct="1">
              <a:lnSpc>
                <a:spcPct val="110000"/>
              </a:lnSpc>
            </a:pPr>
            <a:r>
              <a:rPr lang="en-US" altLang="en-US" sz="1800" dirty="0"/>
              <a:t>Systems used to be tightly controlled and were </a:t>
            </a:r>
            <a:r>
              <a:rPr lang="en-US" altLang="en-US" sz="1800" dirty="0" err="1"/>
              <a:t>centralised</a:t>
            </a:r>
            <a:endParaRPr lang="en-US" altLang="en-US" sz="1800" dirty="0"/>
          </a:p>
          <a:p>
            <a:pPr lvl="1" eaLnBrk="1" hangingPunct="1">
              <a:lnSpc>
                <a:spcPct val="110000"/>
              </a:lnSpc>
            </a:pPr>
            <a:r>
              <a:rPr lang="en-US" altLang="en-US" sz="1800" dirty="0"/>
              <a:t>Access to the system was limited</a:t>
            </a:r>
          </a:p>
          <a:p>
            <a:pPr lvl="1" eaLnBrk="1" hangingPunct="1">
              <a:lnSpc>
                <a:spcPct val="110000"/>
              </a:lnSpc>
            </a:pPr>
            <a:r>
              <a:rPr lang="en-US" altLang="en-US" sz="1800" dirty="0"/>
              <a:t>Access to information was easier to check and review</a:t>
            </a:r>
          </a:p>
          <a:p>
            <a:pPr eaLnBrk="1" hangingPunct="1">
              <a:lnSpc>
                <a:spcPct val="110000"/>
              </a:lnSpc>
            </a:pPr>
            <a:r>
              <a:rPr lang="en-US" altLang="en-US" sz="1800" dirty="0"/>
              <a:t>Modern security is much more challenging</a:t>
            </a:r>
          </a:p>
          <a:p>
            <a:pPr lvl="1" eaLnBrk="1" hangingPunct="1">
              <a:lnSpc>
                <a:spcPct val="110000"/>
              </a:lnSpc>
            </a:pPr>
            <a:r>
              <a:rPr lang="en-US" altLang="en-US" sz="1800" dirty="0"/>
              <a:t>information is often sent via unsecured channels</a:t>
            </a:r>
          </a:p>
          <a:p>
            <a:pPr lvl="1" eaLnBrk="1" hangingPunct="1">
              <a:lnSpc>
                <a:spcPct val="110000"/>
              </a:lnSpc>
            </a:pPr>
            <a:r>
              <a:rPr lang="en-US" altLang="en-US" sz="1800" dirty="0"/>
              <a:t>computing equipment is more diverse and thus integration is always a key security issue</a:t>
            </a:r>
          </a:p>
          <a:p>
            <a:pPr lvl="1" eaLnBrk="1" hangingPunct="1">
              <a:lnSpc>
                <a:spcPct val="110000"/>
              </a:lnSpc>
            </a:pPr>
            <a:r>
              <a:rPr lang="en-US" altLang="en-US" sz="1800" dirty="0"/>
              <a:t>more threats to be addressed when being online</a:t>
            </a:r>
          </a:p>
        </p:txBody>
      </p:sp>
      <p:sp>
        <p:nvSpPr>
          <p:cNvPr id="2" name="Slide Number Placeholder 1">
            <a:extLst>
              <a:ext uri="{FF2B5EF4-FFF2-40B4-BE49-F238E27FC236}">
                <a16:creationId xmlns:a16="http://schemas.microsoft.com/office/drawing/2014/main" id="{FB00F01C-828A-EBE8-94DC-46119E0C006E}"/>
              </a:ext>
            </a:extLst>
          </p:cNvPr>
          <p:cNvSpPr>
            <a:spLocks noGrp="1"/>
          </p:cNvSpPr>
          <p:nvPr>
            <p:ph type="sldNum" sz="quarter" idx="12"/>
          </p:nvPr>
        </p:nvSpPr>
        <p:spPr>
          <a:xfrm>
            <a:off x="7885508" y="5883275"/>
            <a:ext cx="573161" cy="365125"/>
          </a:xfrm>
        </p:spPr>
        <p:txBody>
          <a:bodyPr>
            <a:norm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90000"/>
              </a:lnSpc>
              <a:spcAft>
                <a:spcPts val="600"/>
              </a:spcAft>
            </a:pPr>
            <a:fld id="{B7164026-C641-B945-95CA-FE0BE97EF4C4}" type="slidenum">
              <a:rPr lang="en-US" altLang="en-US" sz="1900">
                <a:latin typeface="Trebuchet MS" panose="020B0703020202090204" pitchFamily="34" charset="0"/>
              </a:rPr>
              <a:pPr>
                <a:lnSpc>
                  <a:spcPct val="90000"/>
                </a:lnSpc>
                <a:spcAft>
                  <a:spcPts val="600"/>
                </a:spcAft>
              </a:pPr>
              <a:t>8</a:t>
            </a:fld>
            <a:endParaRPr lang="en-US" altLang="en-US" sz="1900">
              <a:latin typeface="Trebuchet MS" panose="020B070302020209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35341105-8320-4F7A-57E2-8F606B940347}"/>
              </a:ext>
            </a:extLst>
          </p:cNvPr>
          <p:cNvSpPr>
            <a:spLocks noGrp="1"/>
          </p:cNvSpPr>
          <p:nvPr>
            <p:ph type="title"/>
          </p:nvPr>
        </p:nvSpPr>
        <p:spPr/>
        <p:txBody>
          <a:bodyPr/>
          <a:lstStyle/>
          <a:p>
            <a:r>
              <a:rPr lang="en-AU" altLang="en-US"/>
              <a:t>Why Data Security?</a:t>
            </a:r>
          </a:p>
        </p:txBody>
      </p:sp>
      <p:sp>
        <p:nvSpPr>
          <p:cNvPr id="4" name="Slide Number Placeholder 3">
            <a:extLst>
              <a:ext uri="{FF2B5EF4-FFF2-40B4-BE49-F238E27FC236}">
                <a16:creationId xmlns:a16="http://schemas.microsoft.com/office/drawing/2014/main" id="{E2C4AA79-D660-0EE2-EA08-CDF5B81162C2}"/>
              </a:ext>
            </a:extLst>
          </p:cNvPr>
          <p:cNvSpPr>
            <a:spLocks noGrp="1"/>
          </p:cNvSpPr>
          <p:nvPr>
            <p:ph type="sldNum" sz="quarter" idx="12"/>
          </p:nvPr>
        </p:nvSpPr>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EFF3924B-06EF-3C44-9FB9-C8B1E010E8CC}" type="slidenum">
              <a:rPr lang="en-US" altLang="en-US" sz="1400">
                <a:latin typeface="Trebuchet MS" panose="020B0703020202090204" pitchFamily="34" charset="0"/>
              </a:rPr>
              <a:pPr/>
              <a:t>9</a:t>
            </a:fld>
            <a:endParaRPr lang="en-US" altLang="en-US" sz="1400">
              <a:latin typeface="Trebuchet MS" panose="020B0703020202090204" pitchFamily="34" charset="0"/>
            </a:endParaRPr>
          </a:p>
        </p:txBody>
      </p:sp>
      <p:pic>
        <p:nvPicPr>
          <p:cNvPr id="5" name="Picture 4">
            <a:extLst>
              <a:ext uri="{FF2B5EF4-FFF2-40B4-BE49-F238E27FC236}">
                <a16:creationId xmlns:a16="http://schemas.microsoft.com/office/drawing/2014/main" id="{C2B53A6D-3819-2AFA-84C2-03D3AF6CC984}"/>
              </a:ext>
            </a:extLst>
          </p:cNvPr>
          <p:cNvPicPr>
            <a:picLocks noChangeAspect="1"/>
          </p:cNvPicPr>
          <p:nvPr/>
        </p:nvPicPr>
        <p:blipFill>
          <a:blip r:embed="rId3"/>
          <a:stretch>
            <a:fillRect/>
          </a:stretch>
        </p:blipFill>
        <p:spPr>
          <a:xfrm>
            <a:off x="1108693" y="1831515"/>
            <a:ext cx="7177507" cy="4117908"/>
          </a:xfrm>
          <a:prstGeom prst="rect">
            <a:avLst/>
          </a:prstGeom>
          <a:effectLst>
            <a:softEdge rad="190500"/>
          </a:effectLst>
        </p:spPr>
      </p:pic>
      <p:sp>
        <p:nvSpPr>
          <p:cNvPr id="6" name="TextBox 5">
            <a:extLst>
              <a:ext uri="{FF2B5EF4-FFF2-40B4-BE49-F238E27FC236}">
                <a16:creationId xmlns:a16="http://schemas.microsoft.com/office/drawing/2014/main" id="{1F81B6E2-A5F6-6769-A98D-BA3CA8899CBA}"/>
              </a:ext>
            </a:extLst>
          </p:cNvPr>
          <p:cNvSpPr txBox="1"/>
          <p:nvPr/>
        </p:nvSpPr>
        <p:spPr>
          <a:xfrm>
            <a:off x="395288" y="6340475"/>
            <a:ext cx="7921625" cy="415925"/>
          </a:xfrm>
          <a:prstGeom prst="rect">
            <a:avLst/>
          </a:prstGeom>
          <a:noFill/>
        </p:spPr>
        <p:txBody>
          <a:bodyPr>
            <a:spAutoFit/>
          </a:bodyPr>
          <a:lstStyle/>
          <a:p>
            <a:pPr>
              <a:defRPr/>
            </a:pPr>
            <a:r>
              <a:rPr lang="en-AU" sz="1050" dirty="0">
                <a:solidFill>
                  <a:schemeClr val="bg2">
                    <a:lumMod val="75000"/>
                  </a:schemeClr>
                </a:solidFill>
              </a:rPr>
              <a:t>Source: https://www.itnews.com.au/news/former-aws-software-engineer-arrested-over-massive-capital-one-data-leak-528853</a:t>
            </a:r>
          </a:p>
          <a:p>
            <a:pPr>
              <a:defRPr/>
            </a:pPr>
            <a:endParaRPr lang="en-AU"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F99CD25A-AAD9-8D6F-4426-AFD36D143D4F}"/>
              </a:ext>
            </a:extLst>
          </p:cNvPr>
          <p:cNvSpPr>
            <a:spLocks noGrp="1"/>
          </p:cNvSpPr>
          <p:nvPr>
            <p:ph type="title"/>
          </p:nvPr>
        </p:nvSpPr>
        <p:spPr/>
        <p:txBody>
          <a:bodyPr/>
          <a:lstStyle/>
          <a:p>
            <a:r>
              <a:rPr lang="en-AU" altLang="en-US"/>
              <a:t>Why Data Security?</a:t>
            </a:r>
          </a:p>
        </p:txBody>
      </p:sp>
      <p:sp>
        <p:nvSpPr>
          <p:cNvPr id="4" name="Slide Number Placeholder 3">
            <a:extLst>
              <a:ext uri="{FF2B5EF4-FFF2-40B4-BE49-F238E27FC236}">
                <a16:creationId xmlns:a16="http://schemas.microsoft.com/office/drawing/2014/main" id="{F3941DA7-76AE-D7CC-4CD8-F9B70BD40C97}"/>
              </a:ext>
            </a:extLst>
          </p:cNvPr>
          <p:cNvSpPr>
            <a:spLocks noGrp="1"/>
          </p:cNvSpPr>
          <p:nvPr>
            <p:ph type="sldNum" sz="quarter" idx="12"/>
          </p:nvPr>
        </p:nvSpPr>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B210EC24-5759-BB4E-A3B8-A57FF46AE384}" type="slidenum">
              <a:rPr lang="en-US" altLang="en-US" sz="1400">
                <a:latin typeface="Trebuchet MS" panose="020B0703020202090204" pitchFamily="34" charset="0"/>
              </a:rPr>
              <a:pPr/>
              <a:t>10</a:t>
            </a:fld>
            <a:endParaRPr lang="en-US" altLang="en-US" sz="1400">
              <a:latin typeface="Trebuchet MS" panose="020B0703020202090204" pitchFamily="34" charset="0"/>
            </a:endParaRPr>
          </a:p>
        </p:txBody>
      </p:sp>
      <p:pic>
        <p:nvPicPr>
          <p:cNvPr id="3" name="Picture 2">
            <a:extLst>
              <a:ext uri="{FF2B5EF4-FFF2-40B4-BE49-F238E27FC236}">
                <a16:creationId xmlns:a16="http://schemas.microsoft.com/office/drawing/2014/main" id="{59CCA079-2013-7CAB-105E-8D37DF9BC0B0}"/>
              </a:ext>
            </a:extLst>
          </p:cNvPr>
          <p:cNvPicPr>
            <a:picLocks noChangeAspect="1"/>
          </p:cNvPicPr>
          <p:nvPr/>
        </p:nvPicPr>
        <p:blipFill>
          <a:blip r:embed="rId3"/>
          <a:stretch>
            <a:fillRect/>
          </a:stretch>
        </p:blipFill>
        <p:spPr>
          <a:xfrm>
            <a:off x="168246" y="1989703"/>
            <a:ext cx="8706230" cy="3654930"/>
          </a:xfrm>
          <a:prstGeom prst="rect">
            <a:avLst/>
          </a:prstGeom>
          <a:effectLst>
            <a:softEdge rad="190500"/>
          </a:effectLst>
        </p:spPr>
      </p:pic>
      <p:sp>
        <p:nvSpPr>
          <p:cNvPr id="6" name="TextBox 5">
            <a:extLst>
              <a:ext uri="{FF2B5EF4-FFF2-40B4-BE49-F238E27FC236}">
                <a16:creationId xmlns:a16="http://schemas.microsoft.com/office/drawing/2014/main" id="{7B214250-5B0A-0979-B37C-B58B0528CCF4}"/>
              </a:ext>
            </a:extLst>
          </p:cNvPr>
          <p:cNvSpPr txBox="1"/>
          <p:nvPr/>
        </p:nvSpPr>
        <p:spPr>
          <a:xfrm>
            <a:off x="395288" y="6340475"/>
            <a:ext cx="8569325" cy="923925"/>
          </a:xfrm>
          <a:prstGeom prst="rect">
            <a:avLst/>
          </a:prstGeom>
          <a:noFill/>
        </p:spPr>
        <p:txBody>
          <a:bodyPr>
            <a:spAutoFit/>
          </a:bodyPr>
          <a:lstStyle/>
          <a:p>
            <a:pPr>
              <a:defRPr/>
            </a:pPr>
            <a:r>
              <a:rPr lang="en-AU" sz="1050" dirty="0">
                <a:solidFill>
                  <a:schemeClr val="bg2">
                    <a:lumMod val="75000"/>
                  </a:schemeClr>
                </a:solidFill>
              </a:rPr>
              <a:t>F. </a:t>
            </a:r>
            <a:r>
              <a:rPr lang="en-AU" sz="1050" dirty="0" err="1">
                <a:solidFill>
                  <a:schemeClr val="bg2">
                    <a:lumMod val="75000"/>
                  </a:schemeClr>
                </a:solidFill>
              </a:rPr>
              <a:t>Ullah</a:t>
            </a:r>
            <a:r>
              <a:rPr lang="en-AU" sz="1050" dirty="0">
                <a:solidFill>
                  <a:schemeClr val="bg2">
                    <a:lumMod val="75000"/>
                  </a:schemeClr>
                </a:solidFill>
              </a:rPr>
              <a:t>, R. </a:t>
            </a:r>
            <a:r>
              <a:rPr lang="en-AU" sz="1050" dirty="0" err="1">
                <a:solidFill>
                  <a:schemeClr val="bg2">
                    <a:lumMod val="75000"/>
                  </a:schemeClr>
                </a:solidFill>
              </a:rPr>
              <a:t>Ramdhany</a:t>
            </a:r>
            <a:r>
              <a:rPr lang="en-AU" sz="1050" dirty="0">
                <a:solidFill>
                  <a:schemeClr val="bg2">
                    <a:lumMod val="75000"/>
                  </a:schemeClr>
                </a:solidFill>
              </a:rPr>
              <a:t>, M. Edwards, and R. </a:t>
            </a:r>
            <a:r>
              <a:rPr lang="en-AU" sz="1050" dirty="0" err="1">
                <a:solidFill>
                  <a:schemeClr val="bg2">
                    <a:lumMod val="75000"/>
                  </a:schemeClr>
                </a:solidFill>
              </a:rPr>
              <a:t>Chitchyan</a:t>
            </a:r>
            <a:r>
              <a:rPr lang="en-AU" sz="1050" dirty="0">
                <a:solidFill>
                  <a:schemeClr val="bg2">
                    <a:lumMod val="75000"/>
                  </a:schemeClr>
                </a:solidFill>
              </a:rPr>
              <a:t>. Data Exfiltration: A Review of External Attack Vectors and Countermeasures. Journal of Network and Computer Applications · November 2017</a:t>
            </a:r>
          </a:p>
          <a:p>
            <a:pPr>
              <a:defRPr/>
            </a:pPr>
            <a:endParaRPr lang="en-AU" sz="1050" dirty="0"/>
          </a:p>
          <a:p>
            <a:pPr>
              <a:defRPr/>
            </a:pPr>
            <a:endParaRPr lang="en-AU" sz="1050" dirty="0"/>
          </a:p>
          <a:p>
            <a:pPr>
              <a:defRPr/>
            </a:pPr>
            <a:endParaRPr lang="en-AU"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2F2A3D18-8A0F-DAC2-6C72-DE6135A4935F}"/>
              </a:ext>
            </a:extLst>
          </p:cNvPr>
          <p:cNvSpPr>
            <a:spLocks noGrp="1"/>
          </p:cNvSpPr>
          <p:nvPr>
            <p:ph type="title"/>
          </p:nvPr>
        </p:nvSpPr>
        <p:spPr/>
        <p:txBody>
          <a:bodyPr/>
          <a:lstStyle/>
          <a:p>
            <a:r>
              <a:rPr lang="en-AU" altLang="en-US"/>
              <a:t>Why Data Security?</a:t>
            </a:r>
          </a:p>
        </p:txBody>
      </p:sp>
      <p:sp>
        <p:nvSpPr>
          <p:cNvPr id="4" name="Slide Number Placeholder 3">
            <a:extLst>
              <a:ext uri="{FF2B5EF4-FFF2-40B4-BE49-F238E27FC236}">
                <a16:creationId xmlns:a16="http://schemas.microsoft.com/office/drawing/2014/main" id="{E8547A34-FEA2-5B0C-1CC4-DEE48763B43C}"/>
              </a:ext>
            </a:extLst>
          </p:cNvPr>
          <p:cNvSpPr>
            <a:spLocks noGrp="1"/>
          </p:cNvSpPr>
          <p:nvPr>
            <p:ph type="sldNum" sz="quarter" idx="12"/>
          </p:nvPr>
        </p:nvSpPr>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E005D10C-3312-8944-AC64-2CCA8F87287A}" type="slidenum">
              <a:rPr lang="en-US" altLang="en-US" sz="1400">
                <a:latin typeface="Trebuchet MS" panose="020B0703020202090204" pitchFamily="34" charset="0"/>
              </a:rPr>
              <a:pPr/>
              <a:t>11</a:t>
            </a:fld>
            <a:endParaRPr lang="en-US" altLang="en-US" sz="1400">
              <a:latin typeface="Trebuchet MS" panose="020B0703020202090204" pitchFamily="34" charset="0"/>
            </a:endParaRPr>
          </a:p>
        </p:txBody>
      </p:sp>
      <p:sp>
        <p:nvSpPr>
          <p:cNvPr id="6" name="TextBox 5">
            <a:extLst>
              <a:ext uri="{FF2B5EF4-FFF2-40B4-BE49-F238E27FC236}">
                <a16:creationId xmlns:a16="http://schemas.microsoft.com/office/drawing/2014/main" id="{50CBB3AC-49C9-6429-C183-AC329ED69719}"/>
              </a:ext>
            </a:extLst>
          </p:cNvPr>
          <p:cNvSpPr txBox="1"/>
          <p:nvPr/>
        </p:nvSpPr>
        <p:spPr>
          <a:xfrm>
            <a:off x="395288" y="6340475"/>
            <a:ext cx="8569325" cy="577850"/>
          </a:xfrm>
          <a:prstGeom prst="rect">
            <a:avLst/>
          </a:prstGeom>
          <a:noFill/>
        </p:spPr>
        <p:txBody>
          <a:bodyPr>
            <a:spAutoFit/>
          </a:bodyPr>
          <a:lstStyle/>
          <a:p>
            <a:pPr>
              <a:defRPr/>
            </a:pPr>
            <a:r>
              <a:rPr lang="en-AU" sz="1050" dirty="0">
                <a:solidFill>
                  <a:schemeClr val="bg2">
                    <a:lumMod val="75000"/>
                  </a:schemeClr>
                </a:solidFill>
              </a:rPr>
              <a:t>Source: http://www.watoday.com.au/itpro/securityit/hackersground1400passengersatwarsawairport20150622ghtxwe.html</a:t>
            </a:r>
          </a:p>
          <a:p>
            <a:pPr>
              <a:defRPr/>
            </a:pPr>
            <a:endParaRPr lang="en-AU" sz="1050" dirty="0"/>
          </a:p>
          <a:p>
            <a:pPr>
              <a:defRPr/>
            </a:pPr>
            <a:endParaRPr lang="en-AU" sz="1050" dirty="0"/>
          </a:p>
        </p:txBody>
      </p:sp>
      <p:pic>
        <p:nvPicPr>
          <p:cNvPr id="7" name="Picture 6">
            <a:extLst>
              <a:ext uri="{FF2B5EF4-FFF2-40B4-BE49-F238E27FC236}">
                <a16:creationId xmlns:a16="http://schemas.microsoft.com/office/drawing/2014/main" id="{A904DFED-BD83-AE1A-CB58-0A7D864B1254}"/>
              </a:ext>
            </a:extLst>
          </p:cNvPr>
          <p:cNvPicPr>
            <a:picLocks noChangeAspect="1"/>
          </p:cNvPicPr>
          <p:nvPr/>
        </p:nvPicPr>
        <p:blipFill>
          <a:blip r:embed="rId3"/>
          <a:stretch>
            <a:fillRect/>
          </a:stretch>
        </p:blipFill>
        <p:spPr>
          <a:xfrm>
            <a:off x="1689436" y="1679115"/>
            <a:ext cx="6068432" cy="4698141"/>
          </a:xfrm>
          <a:prstGeom prst="rect">
            <a:avLst/>
          </a:prstGeom>
          <a:effectLst>
            <a:softEdge rad="254000"/>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C6ECA0DF-FEA6-598B-1A15-15D03F93DFAF}"/>
              </a:ext>
            </a:extLst>
          </p:cNvPr>
          <p:cNvSpPr>
            <a:spLocks noGrp="1"/>
          </p:cNvSpPr>
          <p:nvPr>
            <p:ph type="title"/>
          </p:nvPr>
        </p:nvSpPr>
        <p:spPr/>
        <p:txBody>
          <a:bodyPr/>
          <a:lstStyle/>
          <a:p>
            <a:r>
              <a:rPr lang="en-AU" altLang="en-US"/>
              <a:t>Why Data Security?</a:t>
            </a:r>
          </a:p>
        </p:txBody>
      </p:sp>
      <p:sp>
        <p:nvSpPr>
          <p:cNvPr id="4" name="Slide Number Placeholder 3">
            <a:extLst>
              <a:ext uri="{FF2B5EF4-FFF2-40B4-BE49-F238E27FC236}">
                <a16:creationId xmlns:a16="http://schemas.microsoft.com/office/drawing/2014/main" id="{906CAE60-668E-C0C0-E91E-390084C4D93F}"/>
              </a:ext>
            </a:extLst>
          </p:cNvPr>
          <p:cNvSpPr>
            <a:spLocks noGrp="1"/>
          </p:cNvSpPr>
          <p:nvPr>
            <p:ph type="sldNum" sz="quarter" idx="12"/>
          </p:nvPr>
        </p:nvSpPr>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E40D9B27-033B-C84F-A05D-62F2C97E125A}" type="slidenum">
              <a:rPr lang="en-US" altLang="en-US" sz="1400">
                <a:latin typeface="Trebuchet MS" panose="020B0703020202090204" pitchFamily="34" charset="0"/>
              </a:rPr>
              <a:pPr/>
              <a:t>12</a:t>
            </a:fld>
            <a:endParaRPr lang="en-US" altLang="en-US" sz="1400">
              <a:latin typeface="Trebuchet MS" panose="020B0703020202090204" pitchFamily="34" charset="0"/>
            </a:endParaRPr>
          </a:p>
        </p:txBody>
      </p:sp>
      <p:pic>
        <p:nvPicPr>
          <p:cNvPr id="3" name="Picture 2">
            <a:extLst>
              <a:ext uri="{FF2B5EF4-FFF2-40B4-BE49-F238E27FC236}">
                <a16:creationId xmlns:a16="http://schemas.microsoft.com/office/drawing/2014/main" id="{D26B313E-5E86-7556-D5E8-6B639F35E8D5}"/>
              </a:ext>
            </a:extLst>
          </p:cNvPr>
          <p:cNvPicPr>
            <a:picLocks noChangeAspect="1"/>
          </p:cNvPicPr>
          <p:nvPr/>
        </p:nvPicPr>
        <p:blipFill>
          <a:blip r:embed="rId3"/>
          <a:stretch>
            <a:fillRect/>
          </a:stretch>
        </p:blipFill>
        <p:spPr>
          <a:xfrm>
            <a:off x="1887855" y="1910468"/>
            <a:ext cx="5757194" cy="3968926"/>
          </a:xfrm>
          <a:prstGeom prst="rect">
            <a:avLst/>
          </a:prstGeom>
          <a:effectLst>
            <a:softEdge rad="241300"/>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4033426D-6AA6-C4D1-B586-E9E0F38A68A2}"/>
              </a:ext>
            </a:extLst>
          </p:cNvPr>
          <p:cNvSpPr>
            <a:spLocks noGrp="1"/>
          </p:cNvSpPr>
          <p:nvPr>
            <p:ph type="title"/>
          </p:nvPr>
        </p:nvSpPr>
        <p:spPr/>
        <p:txBody>
          <a:bodyPr/>
          <a:lstStyle/>
          <a:p>
            <a:r>
              <a:rPr lang="en-AU" altLang="en-US"/>
              <a:t>Why Data Security?</a:t>
            </a:r>
          </a:p>
        </p:txBody>
      </p:sp>
      <p:sp>
        <p:nvSpPr>
          <p:cNvPr id="4" name="Slide Number Placeholder 3">
            <a:extLst>
              <a:ext uri="{FF2B5EF4-FFF2-40B4-BE49-F238E27FC236}">
                <a16:creationId xmlns:a16="http://schemas.microsoft.com/office/drawing/2014/main" id="{0E75DE06-508D-E450-03A2-36339F940441}"/>
              </a:ext>
            </a:extLst>
          </p:cNvPr>
          <p:cNvSpPr>
            <a:spLocks noGrp="1"/>
          </p:cNvSpPr>
          <p:nvPr>
            <p:ph type="sldNum" sz="quarter" idx="12"/>
          </p:nvPr>
        </p:nvSpPr>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94BF0A24-BF4F-664B-BE8B-58D2121FA8BF}" type="slidenum">
              <a:rPr lang="en-US" altLang="en-US" sz="1400">
                <a:latin typeface="Trebuchet MS" panose="020B0703020202090204" pitchFamily="34" charset="0"/>
              </a:rPr>
              <a:pPr/>
              <a:t>13</a:t>
            </a:fld>
            <a:endParaRPr lang="en-US" altLang="en-US" sz="1400">
              <a:latin typeface="Trebuchet MS" panose="020B0703020202090204" pitchFamily="34" charset="0"/>
            </a:endParaRPr>
          </a:p>
        </p:txBody>
      </p:sp>
      <p:sp>
        <p:nvSpPr>
          <p:cNvPr id="6" name="TextBox 5">
            <a:extLst>
              <a:ext uri="{FF2B5EF4-FFF2-40B4-BE49-F238E27FC236}">
                <a16:creationId xmlns:a16="http://schemas.microsoft.com/office/drawing/2014/main" id="{095F2B6C-AA40-9CFA-2FB3-4D7395A246A8}"/>
              </a:ext>
            </a:extLst>
          </p:cNvPr>
          <p:cNvSpPr txBox="1"/>
          <p:nvPr/>
        </p:nvSpPr>
        <p:spPr>
          <a:xfrm>
            <a:off x="395288" y="6340475"/>
            <a:ext cx="8569325" cy="577850"/>
          </a:xfrm>
          <a:prstGeom prst="rect">
            <a:avLst/>
          </a:prstGeom>
          <a:noFill/>
        </p:spPr>
        <p:txBody>
          <a:bodyPr>
            <a:spAutoFit/>
          </a:bodyPr>
          <a:lstStyle/>
          <a:p>
            <a:pPr algn="ctr">
              <a:defRPr/>
            </a:pPr>
            <a:r>
              <a:rPr lang="en-AU" sz="1050" dirty="0">
                <a:solidFill>
                  <a:schemeClr val="bg2">
                    <a:lumMod val="75000"/>
                  </a:schemeClr>
                </a:solidFill>
              </a:rPr>
              <a:t>Source: https://accan.org.au/hot-issues/1385-fraudulent-mobile-number-porting-and-identity-theft</a:t>
            </a:r>
          </a:p>
          <a:p>
            <a:pPr>
              <a:defRPr/>
            </a:pPr>
            <a:endParaRPr lang="en-AU" sz="1050" dirty="0"/>
          </a:p>
          <a:p>
            <a:pPr>
              <a:defRPr/>
            </a:pPr>
            <a:endParaRPr lang="en-AU" sz="1050" dirty="0"/>
          </a:p>
        </p:txBody>
      </p:sp>
      <p:pic>
        <p:nvPicPr>
          <p:cNvPr id="5" name="Picture 4">
            <a:extLst>
              <a:ext uri="{FF2B5EF4-FFF2-40B4-BE49-F238E27FC236}">
                <a16:creationId xmlns:a16="http://schemas.microsoft.com/office/drawing/2014/main" id="{894FD54D-A00E-D5FF-5A20-18D2FD5A25C7}"/>
              </a:ext>
            </a:extLst>
          </p:cNvPr>
          <p:cNvPicPr>
            <a:picLocks noChangeAspect="1"/>
          </p:cNvPicPr>
          <p:nvPr/>
        </p:nvPicPr>
        <p:blipFill>
          <a:blip r:embed="rId3"/>
          <a:stretch>
            <a:fillRect/>
          </a:stretch>
        </p:blipFill>
        <p:spPr>
          <a:xfrm>
            <a:off x="1619989" y="1410485"/>
            <a:ext cx="6331619" cy="5024079"/>
          </a:xfrm>
          <a:prstGeom prst="rect">
            <a:avLst/>
          </a:prstGeom>
          <a:effectLst>
            <a:softEdge rad="241300"/>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9CE4CD37-598A-BF7D-F2DE-BB0CDF08E273}"/>
              </a:ext>
            </a:extLst>
          </p:cNvPr>
          <p:cNvSpPr>
            <a:spLocks noGrp="1"/>
          </p:cNvSpPr>
          <p:nvPr>
            <p:ph type="title"/>
          </p:nvPr>
        </p:nvSpPr>
        <p:spPr/>
        <p:txBody>
          <a:bodyPr/>
          <a:lstStyle/>
          <a:p>
            <a:r>
              <a:rPr lang="en-AU" altLang="en-US"/>
              <a:t>Why Data Security?</a:t>
            </a:r>
          </a:p>
        </p:txBody>
      </p:sp>
      <p:sp>
        <p:nvSpPr>
          <p:cNvPr id="4" name="Slide Number Placeholder 3">
            <a:extLst>
              <a:ext uri="{FF2B5EF4-FFF2-40B4-BE49-F238E27FC236}">
                <a16:creationId xmlns:a16="http://schemas.microsoft.com/office/drawing/2014/main" id="{2D0DCABF-3B06-0BAC-3BB3-AB13A0E3D25D}"/>
              </a:ext>
            </a:extLst>
          </p:cNvPr>
          <p:cNvSpPr>
            <a:spLocks noGrp="1"/>
          </p:cNvSpPr>
          <p:nvPr>
            <p:ph type="sldNum" sz="quarter" idx="12"/>
          </p:nvPr>
        </p:nvSpPr>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3D7F4170-D894-1441-AAC2-AD9983C8EEE3}" type="slidenum">
              <a:rPr lang="en-US" altLang="en-US" sz="1400">
                <a:latin typeface="Trebuchet MS" panose="020B0703020202090204" pitchFamily="34" charset="0"/>
              </a:rPr>
              <a:pPr/>
              <a:t>14</a:t>
            </a:fld>
            <a:endParaRPr lang="en-US" altLang="en-US" sz="1400">
              <a:latin typeface="Trebuchet MS" panose="020B0703020202090204" pitchFamily="34" charset="0"/>
            </a:endParaRPr>
          </a:p>
        </p:txBody>
      </p:sp>
      <p:sp>
        <p:nvSpPr>
          <p:cNvPr id="6" name="TextBox 5">
            <a:extLst>
              <a:ext uri="{FF2B5EF4-FFF2-40B4-BE49-F238E27FC236}">
                <a16:creationId xmlns:a16="http://schemas.microsoft.com/office/drawing/2014/main" id="{25BF6771-2E91-0C2B-1C44-FFD23BB49E5A}"/>
              </a:ext>
            </a:extLst>
          </p:cNvPr>
          <p:cNvSpPr txBox="1"/>
          <p:nvPr/>
        </p:nvSpPr>
        <p:spPr>
          <a:xfrm>
            <a:off x="395288" y="6340475"/>
            <a:ext cx="8569325" cy="415925"/>
          </a:xfrm>
          <a:prstGeom prst="rect">
            <a:avLst/>
          </a:prstGeom>
          <a:noFill/>
        </p:spPr>
        <p:txBody>
          <a:bodyPr>
            <a:spAutoFit/>
          </a:bodyPr>
          <a:lstStyle/>
          <a:p>
            <a:pPr algn="ctr">
              <a:defRPr/>
            </a:pPr>
            <a:r>
              <a:rPr lang="en-AU" sz="1050" dirty="0" err="1">
                <a:solidFill>
                  <a:schemeClr val="bg2">
                    <a:lumMod val="75000"/>
                  </a:schemeClr>
                </a:solidFill>
              </a:rPr>
              <a:t>Source:https</a:t>
            </a:r>
            <a:r>
              <a:rPr lang="en-AU" sz="1050" dirty="0">
                <a:solidFill>
                  <a:schemeClr val="bg2">
                    <a:lumMod val="75000"/>
                  </a:schemeClr>
                </a:solidFill>
              </a:rPr>
              <a:t>://www.abc.net.au/news/2019-07-08/microsoft-windows-vulnerability-bluekeep-and-cyber-security-risk/11277270</a:t>
            </a:r>
            <a:endParaRPr lang="en-AU" sz="1050" dirty="0"/>
          </a:p>
          <a:p>
            <a:pPr>
              <a:defRPr/>
            </a:pPr>
            <a:endParaRPr lang="en-AU" sz="1050" dirty="0"/>
          </a:p>
        </p:txBody>
      </p:sp>
      <p:pic>
        <p:nvPicPr>
          <p:cNvPr id="7" name="Picture 6">
            <a:extLst>
              <a:ext uri="{FF2B5EF4-FFF2-40B4-BE49-F238E27FC236}">
                <a16:creationId xmlns:a16="http://schemas.microsoft.com/office/drawing/2014/main" id="{7785BB7A-DE89-2561-2AC6-1B8FA0C7B813}"/>
              </a:ext>
            </a:extLst>
          </p:cNvPr>
          <p:cNvPicPr>
            <a:picLocks noChangeAspect="1"/>
          </p:cNvPicPr>
          <p:nvPr/>
        </p:nvPicPr>
        <p:blipFill>
          <a:blip r:embed="rId3"/>
          <a:stretch>
            <a:fillRect/>
          </a:stretch>
        </p:blipFill>
        <p:spPr>
          <a:xfrm>
            <a:off x="1547664" y="1780499"/>
            <a:ext cx="6834516" cy="4567896"/>
          </a:xfrm>
          <a:prstGeom prst="rect">
            <a:avLst/>
          </a:prstGeom>
          <a:effectLst>
            <a:softEdge rad="127000"/>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DD6145A-8B35-0069-75E2-84864B5EA17F}"/>
              </a:ext>
            </a:extLst>
          </p:cNvPr>
          <p:cNvPicPr>
            <a:picLocks noChangeAspect="1"/>
          </p:cNvPicPr>
          <p:nvPr/>
        </p:nvPicPr>
        <p:blipFill>
          <a:blip r:embed="rId3"/>
          <a:stretch>
            <a:fillRect/>
          </a:stretch>
        </p:blipFill>
        <p:spPr>
          <a:xfrm rot="5236965">
            <a:off x="4773941" y="2943775"/>
            <a:ext cx="5294063" cy="2425359"/>
          </a:xfrm>
          <a:prstGeom prst="rect">
            <a:avLst/>
          </a:prstGeom>
          <a:effectLst>
            <a:softEdge rad="50800"/>
          </a:effectLst>
        </p:spPr>
      </p:pic>
      <p:sp>
        <p:nvSpPr>
          <p:cNvPr id="29699" name="Title 1">
            <a:extLst>
              <a:ext uri="{FF2B5EF4-FFF2-40B4-BE49-F238E27FC236}">
                <a16:creationId xmlns:a16="http://schemas.microsoft.com/office/drawing/2014/main" id="{1F9C0700-1DA0-6C6D-9F26-3F108E53ECF6}"/>
              </a:ext>
            </a:extLst>
          </p:cNvPr>
          <p:cNvSpPr>
            <a:spLocks noGrp="1"/>
          </p:cNvSpPr>
          <p:nvPr>
            <p:ph type="title"/>
          </p:nvPr>
        </p:nvSpPr>
        <p:spPr/>
        <p:txBody>
          <a:bodyPr/>
          <a:lstStyle/>
          <a:p>
            <a:r>
              <a:rPr lang="en-AU" altLang="en-US"/>
              <a:t>Why Data Security?</a:t>
            </a:r>
          </a:p>
        </p:txBody>
      </p:sp>
      <p:sp>
        <p:nvSpPr>
          <p:cNvPr id="4" name="Slide Number Placeholder 3">
            <a:extLst>
              <a:ext uri="{FF2B5EF4-FFF2-40B4-BE49-F238E27FC236}">
                <a16:creationId xmlns:a16="http://schemas.microsoft.com/office/drawing/2014/main" id="{BAE0BF02-80F1-D582-60DF-A245A602AB22}"/>
              </a:ext>
            </a:extLst>
          </p:cNvPr>
          <p:cNvSpPr>
            <a:spLocks noGrp="1"/>
          </p:cNvSpPr>
          <p:nvPr>
            <p:ph type="sldNum" sz="quarter" idx="12"/>
          </p:nvPr>
        </p:nvSpPr>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5E31F28E-909C-D04A-B660-2E2633FA21B8}" type="slidenum">
              <a:rPr lang="en-US" altLang="en-US" sz="1400">
                <a:latin typeface="Trebuchet MS" panose="020B0703020202090204" pitchFamily="34" charset="0"/>
              </a:rPr>
              <a:pPr/>
              <a:t>15</a:t>
            </a:fld>
            <a:endParaRPr lang="en-US" altLang="en-US" sz="1400">
              <a:latin typeface="Trebuchet MS" panose="020B0703020202090204" pitchFamily="34" charset="0"/>
            </a:endParaRPr>
          </a:p>
        </p:txBody>
      </p:sp>
      <p:pic>
        <p:nvPicPr>
          <p:cNvPr id="3" name="Picture 2">
            <a:extLst>
              <a:ext uri="{FF2B5EF4-FFF2-40B4-BE49-F238E27FC236}">
                <a16:creationId xmlns:a16="http://schemas.microsoft.com/office/drawing/2014/main" id="{6C8C7AB8-A564-FE7F-1C8F-B67AB473FBAC}"/>
              </a:ext>
            </a:extLst>
          </p:cNvPr>
          <p:cNvPicPr>
            <a:picLocks noChangeAspect="1"/>
          </p:cNvPicPr>
          <p:nvPr/>
        </p:nvPicPr>
        <p:blipFill>
          <a:blip r:embed="rId4"/>
          <a:stretch>
            <a:fillRect/>
          </a:stretch>
        </p:blipFill>
        <p:spPr>
          <a:xfrm rot="369476">
            <a:off x="158443" y="1500342"/>
            <a:ext cx="5676484" cy="2960676"/>
          </a:xfrm>
          <a:prstGeom prst="rect">
            <a:avLst/>
          </a:prstGeom>
          <a:effectLst>
            <a:softEdge rad="127000"/>
          </a:effectLst>
        </p:spPr>
      </p:pic>
      <p:pic>
        <p:nvPicPr>
          <p:cNvPr id="5" name="Picture 4">
            <a:extLst>
              <a:ext uri="{FF2B5EF4-FFF2-40B4-BE49-F238E27FC236}">
                <a16:creationId xmlns:a16="http://schemas.microsoft.com/office/drawing/2014/main" id="{127057E5-EAC5-E77F-9B40-30452024E970}"/>
              </a:ext>
            </a:extLst>
          </p:cNvPr>
          <p:cNvPicPr>
            <a:picLocks noChangeAspect="1"/>
          </p:cNvPicPr>
          <p:nvPr/>
        </p:nvPicPr>
        <p:blipFill>
          <a:blip r:embed="rId5"/>
          <a:stretch>
            <a:fillRect/>
          </a:stretch>
        </p:blipFill>
        <p:spPr>
          <a:xfrm rot="21411092">
            <a:off x="261374" y="2907372"/>
            <a:ext cx="6192600" cy="3783424"/>
          </a:xfrm>
          <a:prstGeom prst="rect">
            <a:avLst/>
          </a:prstGeom>
          <a:effectLst>
            <a:softEdge rad="114300"/>
          </a:effectLst>
        </p:spPr>
      </p:pic>
      <p:pic>
        <p:nvPicPr>
          <p:cNvPr id="10" name="Picture 9">
            <a:extLst>
              <a:ext uri="{FF2B5EF4-FFF2-40B4-BE49-F238E27FC236}">
                <a16:creationId xmlns:a16="http://schemas.microsoft.com/office/drawing/2014/main" id="{ADE339C5-6065-3531-5191-744374C6A799}"/>
              </a:ext>
            </a:extLst>
          </p:cNvPr>
          <p:cNvPicPr>
            <a:picLocks noChangeAspect="1"/>
          </p:cNvPicPr>
          <p:nvPr/>
        </p:nvPicPr>
        <p:blipFill>
          <a:blip r:embed="rId6"/>
          <a:stretch>
            <a:fillRect/>
          </a:stretch>
        </p:blipFill>
        <p:spPr>
          <a:xfrm>
            <a:off x="3335970" y="4372175"/>
            <a:ext cx="4798078" cy="2485826"/>
          </a:xfrm>
          <a:prstGeom prst="rect">
            <a:avLst/>
          </a:prstGeom>
          <a:effectLst>
            <a:softEdge rad="114300"/>
          </a:effectLst>
        </p:spPr>
      </p:pic>
      <p:pic>
        <p:nvPicPr>
          <p:cNvPr id="9" name="Picture 8">
            <a:extLst>
              <a:ext uri="{FF2B5EF4-FFF2-40B4-BE49-F238E27FC236}">
                <a16:creationId xmlns:a16="http://schemas.microsoft.com/office/drawing/2014/main" id="{E96963B6-9CE3-1550-C3F0-48332B9E14E4}"/>
              </a:ext>
            </a:extLst>
          </p:cNvPr>
          <p:cNvPicPr>
            <a:picLocks noChangeAspect="1"/>
          </p:cNvPicPr>
          <p:nvPr/>
        </p:nvPicPr>
        <p:blipFill>
          <a:blip r:embed="rId7"/>
          <a:stretch>
            <a:fillRect/>
          </a:stretch>
        </p:blipFill>
        <p:spPr>
          <a:xfrm rot="457132">
            <a:off x="-85619" y="5043198"/>
            <a:ext cx="6164610" cy="2362865"/>
          </a:xfrm>
          <a:prstGeom prst="rect">
            <a:avLst/>
          </a:prstGeom>
          <a:effectLst>
            <a:softEdge rad="190500"/>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D28E7923-B805-4940-4FEF-DDD97D4115BC}"/>
              </a:ext>
            </a:extLst>
          </p:cNvPr>
          <p:cNvSpPr>
            <a:spLocks noGrp="1"/>
          </p:cNvSpPr>
          <p:nvPr>
            <p:ph type="title"/>
          </p:nvPr>
        </p:nvSpPr>
        <p:spPr>
          <a:xfrm>
            <a:off x="758220" y="104631"/>
            <a:ext cx="7773338" cy="1596177"/>
          </a:xfrm>
        </p:spPr>
        <p:txBody>
          <a:bodyPr/>
          <a:lstStyle/>
          <a:p>
            <a:r>
              <a:rPr lang="en-AU" altLang="en-US" dirty="0"/>
              <a:t>Syllabus</a:t>
            </a:r>
          </a:p>
        </p:txBody>
      </p:sp>
      <p:sp>
        <p:nvSpPr>
          <p:cNvPr id="31747" name="Content Placeholder 2">
            <a:extLst>
              <a:ext uri="{FF2B5EF4-FFF2-40B4-BE49-F238E27FC236}">
                <a16:creationId xmlns:a16="http://schemas.microsoft.com/office/drawing/2014/main" id="{623F185A-D5D5-7C90-4022-57DFC14CDAC0}"/>
              </a:ext>
            </a:extLst>
          </p:cNvPr>
          <p:cNvSpPr>
            <a:spLocks noGrp="1"/>
          </p:cNvSpPr>
          <p:nvPr>
            <p:ph idx="1"/>
          </p:nvPr>
        </p:nvSpPr>
        <p:spPr>
          <a:xfrm>
            <a:off x="685330" y="1196752"/>
            <a:ext cx="7919117" cy="4090393"/>
          </a:xfrm>
        </p:spPr>
        <p:txBody>
          <a:bodyPr>
            <a:noAutofit/>
          </a:bodyPr>
          <a:lstStyle/>
          <a:p>
            <a:r>
              <a:rPr lang="en-AU" altLang="en-US" sz="2000" dirty="0"/>
              <a:t>This unit will cover the key aspects of data security from the point of view the three underpinning security principles: </a:t>
            </a:r>
            <a:r>
              <a:rPr lang="en-AU" altLang="en-US" sz="2000" b="1" dirty="0">
                <a:solidFill>
                  <a:srgbClr val="FF0000"/>
                </a:solidFill>
              </a:rPr>
              <a:t>C</a:t>
            </a:r>
            <a:r>
              <a:rPr lang="en-AU" altLang="en-US" sz="2000" b="1" dirty="0"/>
              <a:t>onfidentiality, </a:t>
            </a:r>
            <a:r>
              <a:rPr lang="en-AU" altLang="en-US" sz="2000" b="1" dirty="0">
                <a:solidFill>
                  <a:srgbClr val="FF0000"/>
                </a:solidFill>
              </a:rPr>
              <a:t>I</a:t>
            </a:r>
            <a:r>
              <a:rPr lang="en-AU" altLang="en-US" sz="2000" b="1" dirty="0"/>
              <a:t>ntegrity and </a:t>
            </a:r>
            <a:r>
              <a:rPr lang="en-AU" altLang="en-US" sz="2000" b="1" dirty="0">
                <a:solidFill>
                  <a:srgbClr val="FF0000"/>
                </a:solidFill>
              </a:rPr>
              <a:t>A</a:t>
            </a:r>
            <a:r>
              <a:rPr lang="en-AU" altLang="en-US" sz="2000" b="1" dirty="0"/>
              <a:t>vailability</a:t>
            </a:r>
            <a:r>
              <a:rPr lang="en-AU" altLang="en-US" sz="2000" dirty="0"/>
              <a:t>. </a:t>
            </a:r>
          </a:p>
          <a:p>
            <a:r>
              <a:rPr lang="en-AU" altLang="en-US" sz="2000" dirty="0"/>
              <a:t>The content will cover the extension of the fundamental model </a:t>
            </a:r>
            <a:r>
              <a:rPr lang="en-AU" altLang="en-US" sz="2000" b="1" u="sng" dirty="0"/>
              <a:t>CIA</a:t>
            </a:r>
            <a:r>
              <a:rPr lang="en-AU" altLang="en-US" sz="2000" dirty="0"/>
              <a:t> and will introduce the key concepts of risk management in an information security context. </a:t>
            </a:r>
          </a:p>
          <a:p>
            <a:r>
              <a:rPr lang="en-AU" altLang="en-US" sz="2000" dirty="0"/>
              <a:t>Data security can be provided through a range of </a:t>
            </a:r>
            <a:r>
              <a:rPr lang="en-AU" altLang="en-US" sz="2000" b="1" u="sng" dirty="0"/>
              <a:t>controls</a:t>
            </a:r>
            <a:r>
              <a:rPr lang="en-AU" altLang="en-US" sz="2000" dirty="0"/>
              <a:t> and technologies which will be covered in detail. This will include administrative, physical and logical controls as well the processes required to handle incidents, change management and </a:t>
            </a:r>
            <a:r>
              <a:rPr lang="en-AU" altLang="en-US" sz="2000" b="1" u="sng" dirty="0"/>
              <a:t>business continuity </a:t>
            </a:r>
            <a:r>
              <a:rPr lang="en-AU" altLang="en-US" sz="2000" dirty="0"/>
              <a:t>(and disaster planning and recovery). </a:t>
            </a:r>
          </a:p>
          <a:p>
            <a:r>
              <a:rPr lang="en-AU" altLang="en-US" sz="2000" dirty="0"/>
              <a:t>Finally, the unit will cover data backups, data masking/encryption and data erasure that is compliant with international standards.</a:t>
            </a:r>
          </a:p>
        </p:txBody>
      </p:sp>
      <p:sp>
        <p:nvSpPr>
          <p:cNvPr id="2" name="Slide Number Placeholder 1">
            <a:extLst>
              <a:ext uri="{FF2B5EF4-FFF2-40B4-BE49-F238E27FC236}">
                <a16:creationId xmlns:a16="http://schemas.microsoft.com/office/drawing/2014/main" id="{789E3EDC-9F8C-42C9-2F4D-3A2FCD985810}"/>
              </a:ext>
            </a:extLst>
          </p:cNvPr>
          <p:cNvSpPr>
            <a:spLocks noGrp="1"/>
          </p:cNvSpPr>
          <p:nvPr>
            <p:ph type="sldNum" sz="quarter" idx="12"/>
          </p:nvPr>
        </p:nvSpPr>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24C85A9F-E3C9-1047-8A69-0344D90B2D1C}" type="slidenum">
              <a:rPr lang="en-US" altLang="en-US" sz="1400">
                <a:latin typeface="Trebuchet MS" panose="020B0703020202090204" pitchFamily="34" charset="0"/>
              </a:rPr>
              <a:pPr/>
              <a:t>16</a:t>
            </a:fld>
            <a:endParaRPr lang="en-US" altLang="en-US" sz="1400">
              <a:latin typeface="Trebuchet MS" panose="020B0703020202090204" pitchFamily="34" charset="0"/>
            </a:endParaRPr>
          </a:p>
        </p:txBody>
      </p:sp>
    </p:spTree>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Droplet</Template>
  <TotalTime>761</TotalTime>
  <Words>1517</Words>
  <Application>Microsoft Macintosh PowerPoint</Application>
  <PresentationFormat>On-screen Show (4:3)</PresentationFormat>
  <Paragraphs>139</Paragraphs>
  <Slides>16</Slides>
  <Notes>14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-webkit-standard</vt:lpstr>
      <vt:lpstr>TrebuchetMS,Bold</vt:lpstr>
      <vt:lpstr>Arial</vt:lpstr>
      <vt:lpstr>Calibri</vt:lpstr>
      <vt:lpstr>Times New Roman</vt:lpstr>
      <vt:lpstr>Trebuchet MS</vt:lpstr>
      <vt:lpstr>TrebuchetMS</vt:lpstr>
      <vt:lpstr>Tw Cen MT</vt:lpstr>
      <vt:lpstr>Wingdings</vt:lpstr>
      <vt:lpstr>Droplet</vt:lpstr>
      <vt:lpstr>Fundamental Concepts Of Data Security </vt:lpstr>
      <vt:lpstr>PowerPoint Presentation</vt:lpstr>
      <vt:lpstr>Unit Objectives</vt:lpstr>
      <vt:lpstr>PowerPoint Presentation</vt:lpstr>
      <vt:lpstr>Introduction</vt:lpstr>
      <vt:lpstr>What is data security?</vt:lpstr>
      <vt:lpstr>Information Systems</vt:lpstr>
      <vt:lpstr>Historical Perspective</vt:lpstr>
      <vt:lpstr>Why Data Security?</vt:lpstr>
      <vt:lpstr>Why Data Security?</vt:lpstr>
      <vt:lpstr>Why Data Security?</vt:lpstr>
      <vt:lpstr>Why Data Security?</vt:lpstr>
      <vt:lpstr>Why Data Security?</vt:lpstr>
      <vt:lpstr>Why Data Security?</vt:lpstr>
      <vt:lpstr>Why Data Security?</vt:lpstr>
      <vt:lpstr>Syllabus</vt:lpstr>
    </vt:vector>
  </TitlesOfParts>
  <Company>Mihai Lazarescu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 Concepts of Cyber Security 220/520</dc:title>
  <dc:creator>Mihai Lazarescu</dc:creator>
  <cp:lastModifiedBy>Qian Li</cp:lastModifiedBy>
  <cp:revision>37</cp:revision>
  <dcterms:created xsi:type="dcterms:W3CDTF">2013-02-11T13:52:50Z</dcterms:created>
  <dcterms:modified xsi:type="dcterms:W3CDTF">2025-02-25T13:27:39Z</dcterms:modified>
</cp:coreProperties>
</file>