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comment1.xml" ContentType="application/vnd.openxmlformats-officedocument.presentationml.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26" r:id="rId1"/>
  </p:sldMasterIdLst>
  <p:notesMasterIdLst>
    <p:notesMasterId r:id="rId27"/>
  </p:notesMasterIdLst>
  <p:sldIdLst>
    <p:sldId id="256" r:id="rId2"/>
    <p:sldId id="257" r:id="rId3"/>
    <p:sldId id="287" r:id="rId4"/>
    <p:sldId id="273" r:id="rId5"/>
    <p:sldId id="274" r:id="rId6"/>
    <p:sldId id="275" r:id="rId7"/>
    <p:sldId id="258" r:id="rId8"/>
    <p:sldId id="280" r:id="rId9"/>
    <p:sldId id="261" r:id="rId10"/>
    <p:sldId id="262" r:id="rId11"/>
    <p:sldId id="263" r:id="rId12"/>
    <p:sldId id="264" r:id="rId13"/>
    <p:sldId id="282" r:id="rId14"/>
    <p:sldId id="281" r:id="rId15"/>
    <p:sldId id="266" r:id="rId16"/>
    <p:sldId id="267" r:id="rId17"/>
    <p:sldId id="277" r:id="rId18"/>
    <p:sldId id="283" r:id="rId19"/>
    <p:sldId id="268" r:id="rId20"/>
    <p:sldId id="284" r:id="rId21"/>
    <p:sldId id="269" r:id="rId22"/>
    <p:sldId id="270" r:id="rId23"/>
    <p:sldId id="271" r:id="rId24"/>
    <p:sldId id="272" r:id="rId25"/>
    <p:sldId id="285"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nny Pham" initials="SP"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7075"/>
  </p:normalViewPr>
  <p:slideViewPr>
    <p:cSldViewPr>
      <p:cViewPr varScale="1">
        <p:scale>
          <a:sx n="111" d="100"/>
          <a:sy n="111" d="100"/>
        </p:scale>
        <p:origin x="2224" y="192"/>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2-03-01T13:59:47.014" idx="1">
    <p:pos x="10" y="10"/>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AutoShape 1">
            <a:extLst>
              <a:ext uri="{FF2B5EF4-FFF2-40B4-BE49-F238E27FC236}">
                <a16:creationId xmlns:a16="http://schemas.microsoft.com/office/drawing/2014/main" id="{FADC1BAC-F822-0BEC-9985-05B73302A4C4}"/>
              </a:ext>
            </a:extLst>
          </p:cNvPr>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en-AU" altLang="en-US"/>
          </a:p>
        </p:txBody>
      </p:sp>
      <p:sp>
        <p:nvSpPr>
          <p:cNvPr id="2051" name="Text Box 2">
            <a:extLst>
              <a:ext uri="{FF2B5EF4-FFF2-40B4-BE49-F238E27FC236}">
                <a16:creationId xmlns:a16="http://schemas.microsoft.com/office/drawing/2014/main" id="{4B6A9475-7379-6B56-A0BB-A175EED9BBD6}"/>
              </a:ext>
            </a:extLst>
          </p:cNvPr>
          <p:cNvSpPr txBox="1">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en-AU" altLang="en-US"/>
          </a:p>
        </p:txBody>
      </p:sp>
      <p:sp>
        <p:nvSpPr>
          <p:cNvPr id="2052" name="Text Box 3">
            <a:extLst>
              <a:ext uri="{FF2B5EF4-FFF2-40B4-BE49-F238E27FC236}">
                <a16:creationId xmlns:a16="http://schemas.microsoft.com/office/drawing/2014/main" id="{F96DABF6-9AF3-9B12-3ACC-B695A6D11631}"/>
              </a:ext>
            </a:extLst>
          </p:cNvPr>
          <p:cNvSpPr txBox="1">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en-AU" altLang="en-US"/>
          </a:p>
        </p:txBody>
      </p:sp>
      <p:sp>
        <p:nvSpPr>
          <p:cNvPr id="2053" name="Rectangle 4">
            <a:extLst>
              <a:ext uri="{FF2B5EF4-FFF2-40B4-BE49-F238E27FC236}">
                <a16:creationId xmlns:a16="http://schemas.microsoft.com/office/drawing/2014/main" id="{F23AEF5E-1BA3-8217-9CC7-9C8EC0F5C0DF}"/>
              </a:ext>
            </a:extLst>
          </p:cNvPr>
          <p:cNvSpPr>
            <a:spLocks noGrp="1" noRot="1" noChangeAspect="1" noChangeArrowheads="1"/>
          </p:cNvSpPr>
          <p:nvPr>
            <p:ph type="sldImg"/>
          </p:nvPr>
        </p:nvSpPr>
        <p:spPr bwMode="auto">
          <a:xfrm>
            <a:off x="1143000" y="685800"/>
            <a:ext cx="4570413" cy="3427413"/>
          </a:xfrm>
          <a:prstGeom prst="rect">
            <a:avLst/>
          </a:prstGeom>
          <a:noFill/>
          <a:ln w="9360" cap="sq">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 name="Rectangle 5">
            <a:extLst>
              <a:ext uri="{FF2B5EF4-FFF2-40B4-BE49-F238E27FC236}">
                <a16:creationId xmlns:a16="http://schemas.microsoft.com/office/drawing/2014/main" id="{8A6A4D2E-5D9F-5AE3-30EA-F67274D43CC3}"/>
              </a:ext>
            </a:extLst>
          </p:cNvPr>
          <p:cNvSpPr>
            <a:spLocks noGrp="1" noChangeArrowheads="1"/>
          </p:cNvSpPr>
          <p:nvPr>
            <p:ph type="body"/>
          </p:nvPr>
        </p:nvSpPr>
        <p:spPr bwMode="auto">
          <a:xfrm>
            <a:off x="914400" y="4343400"/>
            <a:ext cx="5027613" cy="4113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endParaRPr lang="en-US" altLang="en-US" noProof="0"/>
          </a:p>
        </p:txBody>
      </p:sp>
      <p:sp>
        <p:nvSpPr>
          <p:cNvPr id="2055" name="Text Box 6">
            <a:extLst>
              <a:ext uri="{FF2B5EF4-FFF2-40B4-BE49-F238E27FC236}">
                <a16:creationId xmlns:a16="http://schemas.microsoft.com/office/drawing/2014/main" id="{3B3ED979-C084-E45E-EE53-CEA4678B0A24}"/>
              </a:ext>
            </a:extLst>
          </p:cNvPr>
          <p:cNvSpPr txBox="1">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en-AU" altLang="en-US"/>
          </a:p>
        </p:txBody>
      </p:sp>
      <p:sp>
        <p:nvSpPr>
          <p:cNvPr id="3" name="Rectangle 7">
            <a:extLst>
              <a:ext uri="{FF2B5EF4-FFF2-40B4-BE49-F238E27FC236}">
                <a16:creationId xmlns:a16="http://schemas.microsoft.com/office/drawing/2014/main" id="{7C3EAF87-6FC3-E82B-5DCE-06CA1ACB1BC9}"/>
              </a:ext>
            </a:extLst>
          </p:cNvPr>
          <p:cNvSpPr>
            <a:spLocks noGrp="1" noChangeArrowheads="1"/>
          </p:cNvSpPr>
          <p:nvPr>
            <p:ph type="sldNum"/>
          </p:nvPr>
        </p:nvSpPr>
        <p:spPr bwMode="auto">
          <a:xfrm>
            <a:off x="3886200" y="8686800"/>
            <a:ext cx="2970213" cy="455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lvl1pPr algn="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defRPr>
            </a:lvl1pPr>
          </a:lstStyle>
          <a:p>
            <a:fld id="{7257461B-167B-DB46-9693-F37E0EE864CB}"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48A61D44-7F21-7961-928E-3D2FE08D01C4}"/>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BE25038-B2AE-EC42-9B47-8CB5A3D5B112}" type="slidenum">
              <a:rPr lang="en-US" altLang="en-US">
                <a:latin typeface="Arial" panose="020B0604020202020204" pitchFamily="34" charset="0"/>
              </a:rPr>
              <a:pPr>
                <a:spcBef>
                  <a:spcPct val="0"/>
                </a:spcBef>
                <a:buClrTx/>
                <a:buFontTx/>
                <a:buNone/>
              </a:pPr>
              <a:t>1</a:t>
            </a:fld>
            <a:endParaRPr lang="en-US" altLang="en-US">
              <a:latin typeface="Arial" panose="020B0604020202020204" pitchFamily="34" charset="0"/>
            </a:endParaRPr>
          </a:p>
        </p:txBody>
      </p:sp>
      <p:sp>
        <p:nvSpPr>
          <p:cNvPr id="4099" name="Rectangle 1">
            <a:extLst>
              <a:ext uri="{FF2B5EF4-FFF2-40B4-BE49-F238E27FC236}">
                <a16:creationId xmlns:a16="http://schemas.microsoft.com/office/drawing/2014/main" id="{E0C98A6E-37D0-415C-BCE8-61115D90F658}"/>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100" name="Rectangle 2">
            <a:extLst>
              <a:ext uri="{FF2B5EF4-FFF2-40B4-BE49-F238E27FC236}">
                <a16:creationId xmlns:a16="http://schemas.microsoft.com/office/drawing/2014/main" id="{9F42DB64-DEC4-602E-A18A-7C807D6FD692}"/>
              </a:ext>
            </a:extLst>
          </p:cNvPr>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dirty="0"/>
          </a:p>
        </p:txBody>
      </p:sp>
      <p:sp>
        <p:nvSpPr>
          <p:cNvPr id="4101" name="Text Box 3">
            <a:extLst>
              <a:ext uri="{FF2B5EF4-FFF2-40B4-BE49-F238E27FC236}">
                <a16:creationId xmlns:a16="http://schemas.microsoft.com/office/drawing/2014/main" id="{BA58E4C8-3A83-0DEE-57A2-55142DF0F3BF}"/>
              </a:ext>
            </a:extLst>
          </p:cNvPr>
          <p:cNvSpPr txBox="1">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lgn="r">
              <a:spcBef>
                <a:spcPct val="0"/>
              </a:spcBef>
              <a:buClrTx/>
              <a:buFontTx/>
              <a:buNone/>
            </a:pPr>
            <a:fld id="{9129FE68-4F93-6645-AB2C-9F4E446CFF67}" type="slidenum">
              <a:rPr lang="en-US" altLang="en-US">
                <a:latin typeface="Arial" panose="020B0604020202020204" pitchFamily="34" charset="0"/>
              </a:rPr>
              <a:pPr algn="r">
                <a:spcBef>
                  <a:spcPct val="0"/>
                </a:spcBef>
                <a:buClrTx/>
                <a:buFontTx/>
                <a:buNone/>
              </a:pPr>
              <a:t>1</a:t>
            </a:fld>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EBAF830B-D690-4660-362F-86CFEAAEE9E0}"/>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F366D288-2930-1843-8922-78474787AA94}" type="slidenum">
              <a:rPr lang="en-US" altLang="en-US">
                <a:latin typeface="Arial" panose="020B0604020202020204" pitchFamily="34" charset="0"/>
              </a:rPr>
              <a:pPr>
                <a:spcBef>
                  <a:spcPct val="0"/>
                </a:spcBef>
                <a:buClrTx/>
                <a:buFontTx/>
                <a:buNone/>
              </a:pPr>
              <a:t>2</a:t>
            </a:fld>
            <a:endParaRPr lang="en-US" altLang="en-US">
              <a:latin typeface="Arial" panose="020B0604020202020204" pitchFamily="34" charset="0"/>
            </a:endParaRPr>
          </a:p>
        </p:txBody>
      </p:sp>
      <p:sp>
        <p:nvSpPr>
          <p:cNvPr id="6147" name="Rectangle 1">
            <a:extLst>
              <a:ext uri="{FF2B5EF4-FFF2-40B4-BE49-F238E27FC236}">
                <a16:creationId xmlns:a16="http://schemas.microsoft.com/office/drawing/2014/main" id="{9580F183-856D-1253-4334-C0571B923D5C}"/>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73AFEF03-CF49-3B79-6B71-7DDC19EDA9AB}"/>
              </a:ext>
            </a:extLst>
          </p:cNvPr>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20F780E8-2D56-AD11-2204-F1CA1595B73A}"/>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8D218663-6488-0D46-AC54-4A4F5A808222}" type="slidenum">
              <a:rPr lang="en-US" altLang="en-US">
                <a:latin typeface="Arial" panose="020B0604020202020204" pitchFamily="34" charset="0"/>
              </a:rPr>
              <a:pPr>
                <a:spcBef>
                  <a:spcPct val="0"/>
                </a:spcBef>
                <a:buClrTx/>
                <a:buFontTx/>
                <a:buNone/>
              </a:pPr>
              <a:t>3</a:t>
            </a:fld>
            <a:endParaRPr lang="en-US" altLang="en-US">
              <a:latin typeface="Arial" panose="020B0604020202020204" pitchFamily="34" charset="0"/>
            </a:endParaRPr>
          </a:p>
        </p:txBody>
      </p:sp>
      <p:sp>
        <p:nvSpPr>
          <p:cNvPr id="8195" name="Rectangle 1">
            <a:extLst>
              <a:ext uri="{FF2B5EF4-FFF2-40B4-BE49-F238E27FC236}">
                <a16:creationId xmlns:a16="http://schemas.microsoft.com/office/drawing/2014/main" id="{4A7564DA-2ADE-D4B4-2733-BD486E76B7B7}"/>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196" name="Rectangle 2">
            <a:extLst>
              <a:ext uri="{FF2B5EF4-FFF2-40B4-BE49-F238E27FC236}">
                <a16:creationId xmlns:a16="http://schemas.microsoft.com/office/drawing/2014/main" id="{1B6FC7AB-CE54-5E8D-09E4-54F1FCF646FA}"/>
              </a:ext>
            </a:extLst>
          </p:cNvPr>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F2239516-27A5-B637-D02D-EC752D97A0C1}"/>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2C83AEAA-0F85-B44D-A6AF-25C9D2615008}" type="slidenum">
              <a:rPr lang="en-US" altLang="en-US">
                <a:latin typeface="Arial" panose="020B0604020202020204" pitchFamily="34" charset="0"/>
              </a:rPr>
              <a:pPr>
                <a:spcBef>
                  <a:spcPct val="0"/>
                </a:spcBef>
                <a:buClrTx/>
                <a:buFontTx/>
                <a:buNone/>
              </a:pPr>
              <a:t>4</a:t>
            </a:fld>
            <a:endParaRPr lang="en-US" altLang="en-US">
              <a:latin typeface="Arial" panose="020B0604020202020204" pitchFamily="34" charset="0"/>
            </a:endParaRPr>
          </a:p>
        </p:txBody>
      </p:sp>
      <p:sp>
        <p:nvSpPr>
          <p:cNvPr id="10243" name="Rectangle 1">
            <a:extLst>
              <a:ext uri="{FF2B5EF4-FFF2-40B4-BE49-F238E27FC236}">
                <a16:creationId xmlns:a16="http://schemas.microsoft.com/office/drawing/2014/main" id="{D18F6628-DEE0-7FC9-671D-EF561654F33B}"/>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244" name="Rectangle 2">
            <a:extLst>
              <a:ext uri="{FF2B5EF4-FFF2-40B4-BE49-F238E27FC236}">
                <a16:creationId xmlns:a16="http://schemas.microsoft.com/office/drawing/2014/main" id="{ADF6EF09-6144-5B48-764C-DB2521B3E7A8}"/>
              </a:ext>
            </a:extLst>
          </p:cNvPr>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FF0C6E15-38D8-AAFD-5943-86A19083BA3A}"/>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1C6611E9-DE14-2C41-AFF2-600ED2C38760}" type="slidenum">
              <a:rPr lang="en-US" altLang="en-US">
                <a:latin typeface="Arial" panose="020B0604020202020204" pitchFamily="34" charset="0"/>
              </a:rPr>
              <a:pPr>
                <a:spcBef>
                  <a:spcPct val="0"/>
                </a:spcBef>
                <a:buClrTx/>
                <a:buFontTx/>
                <a:buNone/>
              </a:pPr>
              <a:t>5</a:t>
            </a:fld>
            <a:endParaRPr lang="en-US" altLang="en-US">
              <a:latin typeface="Arial" panose="020B0604020202020204" pitchFamily="34" charset="0"/>
            </a:endParaRPr>
          </a:p>
        </p:txBody>
      </p:sp>
      <p:sp>
        <p:nvSpPr>
          <p:cNvPr id="12291" name="Rectangle 1">
            <a:extLst>
              <a:ext uri="{FF2B5EF4-FFF2-40B4-BE49-F238E27FC236}">
                <a16:creationId xmlns:a16="http://schemas.microsoft.com/office/drawing/2014/main" id="{1C00B64F-B6B6-7676-A72A-7C8D35020754}"/>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292" name="Rectangle 2">
            <a:extLst>
              <a:ext uri="{FF2B5EF4-FFF2-40B4-BE49-F238E27FC236}">
                <a16:creationId xmlns:a16="http://schemas.microsoft.com/office/drawing/2014/main" id="{0EB8EF3A-D605-2CA2-9864-D9DD292DE327}"/>
              </a:ext>
            </a:extLst>
          </p:cNvPr>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0B6266FA-D7AA-80E1-4241-CF2C7F8C76DA}"/>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353D5B99-7AD7-6243-B55A-B574FFADBF2D}" type="slidenum">
              <a:rPr lang="en-US" altLang="en-US">
                <a:latin typeface="Arial" panose="020B0604020202020204" pitchFamily="34" charset="0"/>
              </a:rPr>
              <a:pPr>
                <a:spcBef>
                  <a:spcPct val="0"/>
                </a:spcBef>
                <a:buClrTx/>
                <a:buFontTx/>
                <a:buNone/>
              </a:pPr>
              <a:t>6</a:t>
            </a:fld>
            <a:endParaRPr lang="en-US" altLang="en-US">
              <a:latin typeface="Arial" panose="020B0604020202020204" pitchFamily="34" charset="0"/>
            </a:endParaRPr>
          </a:p>
        </p:txBody>
      </p:sp>
      <p:sp>
        <p:nvSpPr>
          <p:cNvPr id="14339" name="Rectangle 1">
            <a:extLst>
              <a:ext uri="{FF2B5EF4-FFF2-40B4-BE49-F238E27FC236}">
                <a16:creationId xmlns:a16="http://schemas.microsoft.com/office/drawing/2014/main" id="{AB2E01BF-6689-F9EC-4813-8C37B3FD504D}"/>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40" name="Rectangle 2">
            <a:extLst>
              <a:ext uri="{FF2B5EF4-FFF2-40B4-BE49-F238E27FC236}">
                <a16:creationId xmlns:a16="http://schemas.microsoft.com/office/drawing/2014/main" id="{A0057B66-C9F1-4BA6-B303-56D57B0CA960}"/>
              </a:ext>
            </a:extLst>
          </p:cNvPr>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DDE8058C-A710-09F6-94A3-0BEBE8ED0008}"/>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2741D593-3976-F645-9C24-0002A9AF9C8B}" type="slidenum">
              <a:rPr lang="en-US" altLang="en-US">
                <a:latin typeface="Arial" panose="020B0604020202020204" pitchFamily="34" charset="0"/>
              </a:rPr>
              <a:pPr>
                <a:spcBef>
                  <a:spcPct val="0"/>
                </a:spcBef>
                <a:buClrTx/>
                <a:buFontTx/>
                <a:buNone/>
              </a:pPr>
              <a:t>7</a:t>
            </a:fld>
            <a:endParaRPr lang="en-US" altLang="en-US">
              <a:latin typeface="Arial" panose="020B0604020202020204" pitchFamily="34" charset="0"/>
            </a:endParaRPr>
          </a:p>
        </p:txBody>
      </p:sp>
      <p:sp>
        <p:nvSpPr>
          <p:cNvPr id="16387" name="Rectangle 1">
            <a:extLst>
              <a:ext uri="{FF2B5EF4-FFF2-40B4-BE49-F238E27FC236}">
                <a16:creationId xmlns:a16="http://schemas.microsoft.com/office/drawing/2014/main" id="{E2CD6D5F-777C-0065-261A-472171115858}"/>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388" name="Rectangle 2">
            <a:extLst>
              <a:ext uri="{FF2B5EF4-FFF2-40B4-BE49-F238E27FC236}">
                <a16:creationId xmlns:a16="http://schemas.microsoft.com/office/drawing/2014/main" id="{8C2BD6D7-989A-10D1-1034-202E7A17ADDD}"/>
              </a:ext>
            </a:extLst>
          </p:cNvPr>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B73B2EE4-0D38-7F14-A25C-03D9D9D0C234}"/>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1AF127DF-2EB9-AB46-A764-29F5D64DEFBA}" type="slidenum">
              <a:rPr lang="en-US" altLang="en-US">
                <a:latin typeface="Arial" panose="020B0604020202020204" pitchFamily="34" charset="0"/>
              </a:rPr>
              <a:pPr>
                <a:spcBef>
                  <a:spcPct val="0"/>
                </a:spcBef>
                <a:buClrTx/>
                <a:buFontTx/>
                <a:buNone/>
              </a:pPr>
              <a:t>8</a:t>
            </a:fld>
            <a:endParaRPr lang="en-US" altLang="en-US">
              <a:latin typeface="Arial" panose="020B0604020202020204" pitchFamily="34" charset="0"/>
            </a:endParaRPr>
          </a:p>
        </p:txBody>
      </p:sp>
      <p:sp>
        <p:nvSpPr>
          <p:cNvPr id="20483" name="Rectangle 1">
            <a:extLst>
              <a:ext uri="{FF2B5EF4-FFF2-40B4-BE49-F238E27FC236}">
                <a16:creationId xmlns:a16="http://schemas.microsoft.com/office/drawing/2014/main" id="{B0E3C517-B471-5A66-3C37-A22ABE87ADBC}"/>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4" name="Rectangle 2">
            <a:extLst>
              <a:ext uri="{FF2B5EF4-FFF2-40B4-BE49-F238E27FC236}">
                <a16:creationId xmlns:a16="http://schemas.microsoft.com/office/drawing/2014/main" id="{7A8449AF-BFE2-2C50-2061-2B659BE16F3B}"/>
              </a:ext>
            </a:extLst>
          </p:cNvPr>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59966E51-8966-09D1-E586-43FA7F7C05FA}"/>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59C4E317-F49F-DC46-9860-B0C528FE1EB6}" type="slidenum">
              <a:rPr lang="en-US" altLang="en-US">
                <a:latin typeface="Arial" panose="020B0604020202020204" pitchFamily="34" charset="0"/>
              </a:rPr>
              <a:pPr>
                <a:spcBef>
                  <a:spcPct val="0"/>
                </a:spcBef>
                <a:buClrTx/>
                <a:buFontTx/>
                <a:buNone/>
              </a:pPr>
              <a:t>9</a:t>
            </a:fld>
            <a:endParaRPr lang="en-US" altLang="en-US">
              <a:latin typeface="Arial" panose="020B0604020202020204" pitchFamily="34" charset="0"/>
            </a:endParaRPr>
          </a:p>
        </p:txBody>
      </p:sp>
      <p:sp>
        <p:nvSpPr>
          <p:cNvPr id="22531" name="Rectangle 1">
            <a:extLst>
              <a:ext uri="{FF2B5EF4-FFF2-40B4-BE49-F238E27FC236}">
                <a16:creationId xmlns:a16="http://schemas.microsoft.com/office/drawing/2014/main" id="{577587AB-B564-E68C-E193-42C0A7C3882D}"/>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2532" name="Rectangle 2">
            <a:extLst>
              <a:ext uri="{FF2B5EF4-FFF2-40B4-BE49-F238E27FC236}">
                <a16:creationId xmlns:a16="http://schemas.microsoft.com/office/drawing/2014/main" id="{55010091-7C3F-773E-C80E-412543B0460C}"/>
              </a:ext>
            </a:extLst>
          </p:cNvPr>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9AECDF39-3021-87BA-8E97-AF3208D6DBF7}"/>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1E63C893-284B-3C44-B2D9-7301F4DC5FF1}" type="slidenum">
              <a:rPr lang="en-US" altLang="en-US">
                <a:latin typeface="Arial" panose="020B0604020202020204" pitchFamily="34" charset="0"/>
              </a:rPr>
              <a:pPr>
                <a:spcBef>
                  <a:spcPct val="0"/>
                </a:spcBef>
                <a:buClrTx/>
                <a:buFontTx/>
                <a:buNone/>
              </a:pPr>
              <a:t>10</a:t>
            </a:fld>
            <a:endParaRPr lang="en-US" altLang="en-US">
              <a:latin typeface="Arial" panose="020B0604020202020204" pitchFamily="34" charset="0"/>
            </a:endParaRPr>
          </a:p>
        </p:txBody>
      </p:sp>
      <p:sp>
        <p:nvSpPr>
          <p:cNvPr id="24579" name="Rectangle 1">
            <a:extLst>
              <a:ext uri="{FF2B5EF4-FFF2-40B4-BE49-F238E27FC236}">
                <a16:creationId xmlns:a16="http://schemas.microsoft.com/office/drawing/2014/main" id="{8956487C-4634-6B8A-6FA2-E57C65C5171D}"/>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4580" name="Rectangle 2">
            <a:extLst>
              <a:ext uri="{FF2B5EF4-FFF2-40B4-BE49-F238E27FC236}">
                <a16:creationId xmlns:a16="http://schemas.microsoft.com/office/drawing/2014/main" id="{87F9A8A3-7435-438F-E8D0-B869A01F33E3}"/>
              </a:ext>
            </a:extLst>
          </p:cNvPr>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2C054A09-D2F5-AE5F-3F63-31EE4C734394}"/>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1C896909-08E0-0B4C-9882-D0ED886EDEAE}" type="slidenum">
              <a:rPr lang="en-US" altLang="en-US">
                <a:latin typeface="Arial" panose="020B0604020202020204" pitchFamily="34" charset="0"/>
              </a:rPr>
              <a:pPr>
                <a:spcBef>
                  <a:spcPct val="0"/>
                </a:spcBef>
                <a:buClrTx/>
                <a:buFontTx/>
                <a:buNone/>
              </a:pPr>
              <a:t>11</a:t>
            </a:fld>
            <a:endParaRPr lang="en-US" altLang="en-US">
              <a:latin typeface="Arial" panose="020B0604020202020204" pitchFamily="34" charset="0"/>
            </a:endParaRPr>
          </a:p>
        </p:txBody>
      </p:sp>
      <p:sp>
        <p:nvSpPr>
          <p:cNvPr id="26627" name="Rectangle 1">
            <a:extLst>
              <a:ext uri="{FF2B5EF4-FFF2-40B4-BE49-F238E27FC236}">
                <a16:creationId xmlns:a16="http://schemas.microsoft.com/office/drawing/2014/main" id="{4029B0D6-7143-9DB7-1AB1-3A36B5D0E8EC}"/>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6628" name="Rectangle 2">
            <a:extLst>
              <a:ext uri="{FF2B5EF4-FFF2-40B4-BE49-F238E27FC236}">
                <a16:creationId xmlns:a16="http://schemas.microsoft.com/office/drawing/2014/main" id="{9A527C91-9788-6C30-57C9-EB2B74264170}"/>
              </a:ext>
            </a:extLst>
          </p:cNvPr>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FF3E14F8-D9CF-B19C-7A7F-080238E08B3B}"/>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8EDF3252-0A1F-C740-9C3E-C76A6B4F54D9}" type="slidenum">
              <a:rPr lang="en-US" altLang="en-US">
                <a:latin typeface="Arial" panose="020B0604020202020204" pitchFamily="34" charset="0"/>
              </a:rPr>
              <a:pPr>
                <a:spcBef>
                  <a:spcPct val="0"/>
                </a:spcBef>
                <a:buClrTx/>
                <a:buFontTx/>
                <a:buNone/>
              </a:pPr>
              <a:t>12</a:t>
            </a:fld>
            <a:endParaRPr lang="en-US" altLang="en-US">
              <a:latin typeface="Arial" panose="020B0604020202020204" pitchFamily="34" charset="0"/>
            </a:endParaRPr>
          </a:p>
        </p:txBody>
      </p:sp>
      <p:sp>
        <p:nvSpPr>
          <p:cNvPr id="28675" name="Rectangle 1">
            <a:extLst>
              <a:ext uri="{FF2B5EF4-FFF2-40B4-BE49-F238E27FC236}">
                <a16:creationId xmlns:a16="http://schemas.microsoft.com/office/drawing/2014/main" id="{FA88B13E-3A8E-62DA-FE09-6AF506CFC053}"/>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8676" name="Rectangle 2">
            <a:extLst>
              <a:ext uri="{FF2B5EF4-FFF2-40B4-BE49-F238E27FC236}">
                <a16:creationId xmlns:a16="http://schemas.microsoft.com/office/drawing/2014/main" id="{75359522-BB12-A80B-D4ED-7F5DCC0C7365}"/>
              </a:ext>
            </a:extLst>
          </p:cNvPr>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0A83AE3E-56F7-BCE1-5B3E-6DA6C6BC3DD7}"/>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6A9CEE56-C46F-C54E-BB7C-DC1CD24C0227}" type="slidenum">
              <a:rPr lang="en-US" altLang="en-US">
                <a:latin typeface="Arial" panose="020B0604020202020204" pitchFamily="34" charset="0"/>
              </a:rPr>
              <a:pPr>
                <a:spcBef>
                  <a:spcPct val="0"/>
                </a:spcBef>
                <a:buClrTx/>
                <a:buFontTx/>
                <a:buNone/>
              </a:pPr>
              <a:t>13</a:t>
            </a:fld>
            <a:endParaRPr lang="en-US" altLang="en-US">
              <a:latin typeface="Arial" panose="020B0604020202020204" pitchFamily="34" charset="0"/>
            </a:endParaRPr>
          </a:p>
        </p:txBody>
      </p:sp>
      <p:sp>
        <p:nvSpPr>
          <p:cNvPr id="30723" name="Rectangle 1">
            <a:extLst>
              <a:ext uri="{FF2B5EF4-FFF2-40B4-BE49-F238E27FC236}">
                <a16:creationId xmlns:a16="http://schemas.microsoft.com/office/drawing/2014/main" id="{53221CC3-A65F-0DB1-C521-552D4DECAD47}"/>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0724" name="Rectangle 2">
            <a:extLst>
              <a:ext uri="{FF2B5EF4-FFF2-40B4-BE49-F238E27FC236}">
                <a16:creationId xmlns:a16="http://schemas.microsoft.com/office/drawing/2014/main" id="{7B8C708F-175F-3184-ADF3-6C8272339C0A}"/>
              </a:ext>
            </a:extLst>
          </p:cNvPr>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9A2DF071-9B31-6D8B-EC59-001B2F13087D}"/>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BD9FFABF-972E-144F-B931-3A33F338CA45}" type="slidenum">
              <a:rPr lang="en-US" altLang="en-US">
                <a:latin typeface="Arial" panose="020B0604020202020204" pitchFamily="34" charset="0"/>
              </a:rPr>
              <a:pPr>
                <a:spcBef>
                  <a:spcPct val="0"/>
                </a:spcBef>
                <a:buClrTx/>
                <a:buFontTx/>
                <a:buNone/>
              </a:pPr>
              <a:t>14</a:t>
            </a:fld>
            <a:endParaRPr lang="en-US" altLang="en-US">
              <a:latin typeface="Arial" panose="020B0604020202020204" pitchFamily="34" charset="0"/>
            </a:endParaRPr>
          </a:p>
        </p:txBody>
      </p:sp>
      <p:sp>
        <p:nvSpPr>
          <p:cNvPr id="32771" name="Rectangle 1">
            <a:extLst>
              <a:ext uri="{FF2B5EF4-FFF2-40B4-BE49-F238E27FC236}">
                <a16:creationId xmlns:a16="http://schemas.microsoft.com/office/drawing/2014/main" id="{6192CE8C-9CCD-7CD0-EFC5-506D31B6A91F}"/>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2772" name="Rectangle 2">
            <a:extLst>
              <a:ext uri="{FF2B5EF4-FFF2-40B4-BE49-F238E27FC236}">
                <a16:creationId xmlns:a16="http://schemas.microsoft.com/office/drawing/2014/main" id="{8634946F-7C42-09AE-E2C8-518B387588CF}"/>
              </a:ext>
            </a:extLst>
          </p:cNvPr>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96D07D87-49D1-58E7-E5AC-E7620CAC833D}"/>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15D00B69-8C08-A84E-885D-B233E18F8B68}" type="slidenum">
              <a:rPr lang="en-US" altLang="en-US">
                <a:latin typeface="Arial" panose="020B0604020202020204" pitchFamily="34" charset="0"/>
              </a:rPr>
              <a:pPr>
                <a:spcBef>
                  <a:spcPct val="0"/>
                </a:spcBef>
                <a:buClrTx/>
                <a:buFontTx/>
                <a:buNone/>
              </a:pPr>
              <a:t>15</a:t>
            </a:fld>
            <a:endParaRPr lang="en-US" altLang="en-US">
              <a:latin typeface="Arial" panose="020B0604020202020204" pitchFamily="34" charset="0"/>
            </a:endParaRPr>
          </a:p>
        </p:txBody>
      </p:sp>
      <p:sp>
        <p:nvSpPr>
          <p:cNvPr id="34819" name="Rectangle 1">
            <a:extLst>
              <a:ext uri="{FF2B5EF4-FFF2-40B4-BE49-F238E27FC236}">
                <a16:creationId xmlns:a16="http://schemas.microsoft.com/office/drawing/2014/main" id="{F0532485-1A77-6760-F9A9-1F16B1DB86BF}"/>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820" name="Rectangle 2">
            <a:extLst>
              <a:ext uri="{FF2B5EF4-FFF2-40B4-BE49-F238E27FC236}">
                <a16:creationId xmlns:a16="http://schemas.microsoft.com/office/drawing/2014/main" id="{7F800B76-1BB7-C868-EA83-865966175ECD}"/>
              </a:ext>
            </a:extLst>
          </p:cNvPr>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5917327D-5BD7-57ED-58AF-CEB6545EBEE2}"/>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9F99AE59-A9FD-7940-8599-EEE77C78972C}" type="slidenum">
              <a:rPr lang="en-US" altLang="en-US">
                <a:latin typeface="Arial" panose="020B0604020202020204" pitchFamily="34" charset="0"/>
              </a:rPr>
              <a:pPr>
                <a:spcBef>
                  <a:spcPct val="0"/>
                </a:spcBef>
                <a:buClrTx/>
                <a:buFontTx/>
                <a:buNone/>
              </a:pPr>
              <a:t>16</a:t>
            </a:fld>
            <a:endParaRPr lang="en-US" altLang="en-US">
              <a:latin typeface="Arial" panose="020B0604020202020204" pitchFamily="34" charset="0"/>
            </a:endParaRPr>
          </a:p>
        </p:txBody>
      </p:sp>
      <p:sp>
        <p:nvSpPr>
          <p:cNvPr id="36867" name="Rectangle 1">
            <a:extLst>
              <a:ext uri="{FF2B5EF4-FFF2-40B4-BE49-F238E27FC236}">
                <a16:creationId xmlns:a16="http://schemas.microsoft.com/office/drawing/2014/main" id="{F3FBAD79-742A-0A3C-3AFF-3EDA17BD6E62}"/>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8" name="Rectangle 2">
            <a:extLst>
              <a:ext uri="{FF2B5EF4-FFF2-40B4-BE49-F238E27FC236}">
                <a16:creationId xmlns:a16="http://schemas.microsoft.com/office/drawing/2014/main" id="{D64A943D-CC38-BBE7-EAAD-6DAD980171E2}"/>
              </a:ext>
            </a:extLst>
          </p:cNvPr>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8F40E3E9-896A-D7F1-EE16-E8718A22FAD5}"/>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F0935E75-CEBF-C74F-9BDD-3B2EA1F5C335}" type="slidenum">
              <a:rPr lang="en-US" altLang="en-US">
                <a:latin typeface="Arial" panose="020B0604020202020204" pitchFamily="34" charset="0"/>
              </a:rPr>
              <a:pPr>
                <a:spcBef>
                  <a:spcPct val="0"/>
                </a:spcBef>
                <a:buClrTx/>
                <a:buFontTx/>
                <a:buNone/>
              </a:pPr>
              <a:t>17</a:t>
            </a:fld>
            <a:endParaRPr lang="en-US" altLang="en-US">
              <a:latin typeface="Arial" panose="020B0604020202020204" pitchFamily="34" charset="0"/>
            </a:endParaRPr>
          </a:p>
        </p:txBody>
      </p:sp>
      <p:sp>
        <p:nvSpPr>
          <p:cNvPr id="38915" name="Rectangle 1">
            <a:extLst>
              <a:ext uri="{FF2B5EF4-FFF2-40B4-BE49-F238E27FC236}">
                <a16:creationId xmlns:a16="http://schemas.microsoft.com/office/drawing/2014/main" id="{C66B8329-5CAD-7429-B938-A0F2B71C5FE1}"/>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8916" name="Rectangle 2">
            <a:extLst>
              <a:ext uri="{FF2B5EF4-FFF2-40B4-BE49-F238E27FC236}">
                <a16:creationId xmlns:a16="http://schemas.microsoft.com/office/drawing/2014/main" id="{03061A00-B19A-5AE1-1FFC-FB08983F7B08}"/>
              </a:ext>
            </a:extLst>
          </p:cNvPr>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9909EDAC-1943-A815-1451-176D2CBED176}"/>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66A58DAD-D40F-DF49-A605-F120FF59D235}" type="slidenum">
              <a:rPr lang="en-US" altLang="en-US">
                <a:latin typeface="Arial" panose="020B0604020202020204" pitchFamily="34" charset="0"/>
              </a:rPr>
              <a:pPr>
                <a:spcBef>
                  <a:spcPct val="0"/>
                </a:spcBef>
                <a:buClrTx/>
                <a:buFontTx/>
                <a:buNone/>
              </a:pPr>
              <a:t>18</a:t>
            </a:fld>
            <a:endParaRPr lang="en-US" altLang="en-US">
              <a:latin typeface="Arial" panose="020B0604020202020204" pitchFamily="34" charset="0"/>
            </a:endParaRPr>
          </a:p>
        </p:txBody>
      </p:sp>
      <p:sp>
        <p:nvSpPr>
          <p:cNvPr id="40963" name="Rectangle 1">
            <a:extLst>
              <a:ext uri="{FF2B5EF4-FFF2-40B4-BE49-F238E27FC236}">
                <a16:creationId xmlns:a16="http://schemas.microsoft.com/office/drawing/2014/main" id="{40A27882-0E1F-B142-0673-824DB7D6944E}"/>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0964" name="Rectangle 2">
            <a:extLst>
              <a:ext uri="{FF2B5EF4-FFF2-40B4-BE49-F238E27FC236}">
                <a16:creationId xmlns:a16="http://schemas.microsoft.com/office/drawing/2014/main" id="{F86625B0-D005-3BC6-71F5-32AEBE1966BA}"/>
              </a:ext>
            </a:extLst>
          </p:cNvPr>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E35C18F2-277C-9034-F852-F03354E02BDF}"/>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4F5CFBEB-11DD-A947-B46C-7EE8B8D6B5E2}" type="slidenum">
              <a:rPr lang="en-US" altLang="en-US">
                <a:latin typeface="Arial" panose="020B0604020202020204" pitchFamily="34" charset="0"/>
              </a:rPr>
              <a:pPr>
                <a:spcBef>
                  <a:spcPct val="0"/>
                </a:spcBef>
                <a:buClrTx/>
                <a:buFontTx/>
                <a:buNone/>
              </a:pPr>
              <a:t>19</a:t>
            </a:fld>
            <a:endParaRPr lang="en-US" altLang="en-US">
              <a:latin typeface="Arial" panose="020B0604020202020204" pitchFamily="34" charset="0"/>
            </a:endParaRPr>
          </a:p>
        </p:txBody>
      </p:sp>
      <p:sp>
        <p:nvSpPr>
          <p:cNvPr id="43011" name="Rectangle 1">
            <a:extLst>
              <a:ext uri="{FF2B5EF4-FFF2-40B4-BE49-F238E27FC236}">
                <a16:creationId xmlns:a16="http://schemas.microsoft.com/office/drawing/2014/main" id="{CE4C104E-6B6E-7B1E-BC97-F81BCC9E2F87}"/>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3012" name="Rectangle 2">
            <a:extLst>
              <a:ext uri="{FF2B5EF4-FFF2-40B4-BE49-F238E27FC236}">
                <a16:creationId xmlns:a16="http://schemas.microsoft.com/office/drawing/2014/main" id="{7AE1BFE2-1775-4F0C-9C92-B76494215F43}"/>
              </a:ext>
            </a:extLst>
          </p:cNvPr>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A00816A1-5F95-3CAA-212A-5DE00F90CF02}"/>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3396C2FD-1B47-3544-B97F-0B28E383E283}" type="slidenum">
              <a:rPr lang="en-US" altLang="en-US">
                <a:latin typeface="Arial" panose="020B0604020202020204" pitchFamily="34" charset="0"/>
              </a:rPr>
              <a:pPr>
                <a:spcBef>
                  <a:spcPct val="0"/>
                </a:spcBef>
                <a:buClrTx/>
                <a:buFontTx/>
                <a:buNone/>
              </a:pPr>
              <a:t>20</a:t>
            </a:fld>
            <a:endParaRPr lang="en-US" altLang="en-US">
              <a:latin typeface="Arial" panose="020B0604020202020204" pitchFamily="34" charset="0"/>
            </a:endParaRPr>
          </a:p>
        </p:txBody>
      </p:sp>
      <p:sp>
        <p:nvSpPr>
          <p:cNvPr id="45059" name="Rectangle 1">
            <a:extLst>
              <a:ext uri="{FF2B5EF4-FFF2-40B4-BE49-F238E27FC236}">
                <a16:creationId xmlns:a16="http://schemas.microsoft.com/office/drawing/2014/main" id="{E71F1554-83CA-D358-F82A-ADD8682E01B2}"/>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5060" name="Rectangle 2">
            <a:extLst>
              <a:ext uri="{FF2B5EF4-FFF2-40B4-BE49-F238E27FC236}">
                <a16:creationId xmlns:a16="http://schemas.microsoft.com/office/drawing/2014/main" id="{23DCE61C-4F9C-9942-0CC3-7E0003FCB594}"/>
              </a:ext>
            </a:extLst>
          </p:cNvPr>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AFCF6B82-D830-68F7-F5CB-610FA7E40704}"/>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03F02725-75BF-7747-BE46-EAC4CCA7A4BC}" type="slidenum">
              <a:rPr lang="en-US" altLang="en-US">
                <a:latin typeface="Arial" panose="020B0604020202020204" pitchFamily="34" charset="0"/>
              </a:rPr>
              <a:pPr>
                <a:spcBef>
                  <a:spcPct val="0"/>
                </a:spcBef>
                <a:buClrTx/>
                <a:buFontTx/>
                <a:buNone/>
              </a:pPr>
              <a:t>21</a:t>
            </a:fld>
            <a:endParaRPr lang="en-US" altLang="en-US">
              <a:latin typeface="Arial" panose="020B0604020202020204" pitchFamily="34" charset="0"/>
            </a:endParaRPr>
          </a:p>
        </p:txBody>
      </p:sp>
      <p:sp>
        <p:nvSpPr>
          <p:cNvPr id="47107" name="Rectangle 1">
            <a:extLst>
              <a:ext uri="{FF2B5EF4-FFF2-40B4-BE49-F238E27FC236}">
                <a16:creationId xmlns:a16="http://schemas.microsoft.com/office/drawing/2014/main" id="{C9E8F5D7-1E98-ACBF-5875-C93F0C4823E6}"/>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7108" name="Rectangle 2">
            <a:extLst>
              <a:ext uri="{FF2B5EF4-FFF2-40B4-BE49-F238E27FC236}">
                <a16:creationId xmlns:a16="http://schemas.microsoft.com/office/drawing/2014/main" id="{9D1B6071-0985-29EA-CEDB-CA52C9A5FABD}"/>
              </a:ext>
            </a:extLst>
          </p:cNvPr>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5BE5F1C4-6A72-D96A-924C-300355E39285}"/>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FDCA2893-5AED-8C4D-B3C3-866857926FDC}" type="slidenum">
              <a:rPr lang="en-US" altLang="en-US">
                <a:latin typeface="Arial" panose="020B0604020202020204" pitchFamily="34" charset="0"/>
              </a:rPr>
              <a:pPr>
                <a:spcBef>
                  <a:spcPct val="0"/>
                </a:spcBef>
                <a:buClrTx/>
                <a:buFontTx/>
                <a:buNone/>
              </a:pPr>
              <a:t>22</a:t>
            </a:fld>
            <a:endParaRPr lang="en-US" altLang="en-US">
              <a:latin typeface="Arial" panose="020B0604020202020204" pitchFamily="34" charset="0"/>
            </a:endParaRPr>
          </a:p>
        </p:txBody>
      </p:sp>
      <p:sp>
        <p:nvSpPr>
          <p:cNvPr id="49155" name="Rectangle 1">
            <a:extLst>
              <a:ext uri="{FF2B5EF4-FFF2-40B4-BE49-F238E27FC236}">
                <a16:creationId xmlns:a16="http://schemas.microsoft.com/office/drawing/2014/main" id="{B02D2BBD-703C-B774-5C12-6C22D9639B91}"/>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9156" name="Rectangle 2">
            <a:extLst>
              <a:ext uri="{FF2B5EF4-FFF2-40B4-BE49-F238E27FC236}">
                <a16:creationId xmlns:a16="http://schemas.microsoft.com/office/drawing/2014/main" id="{B761E990-0032-BA57-CF4A-88D210046583}"/>
              </a:ext>
            </a:extLst>
          </p:cNvPr>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D3527E22-F53A-C1EB-1D19-748801C9170B}"/>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4AA51906-ADE6-A34D-AE2F-BCB65F59F826}" type="slidenum">
              <a:rPr lang="en-US" altLang="en-US">
                <a:latin typeface="Arial" panose="020B0604020202020204" pitchFamily="34" charset="0"/>
              </a:rPr>
              <a:pPr>
                <a:spcBef>
                  <a:spcPct val="0"/>
                </a:spcBef>
                <a:buClrTx/>
                <a:buFontTx/>
                <a:buNone/>
              </a:pPr>
              <a:t>23</a:t>
            </a:fld>
            <a:endParaRPr lang="en-US" altLang="en-US">
              <a:latin typeface="Arial" panose="020B0604020202020204" pitchFamily="34" charset="0"/>
            </a:endParaRPr>
          </a:p>
        </p:txBody>
      </p:sp>
      <p:sp>
        <p:nvSpPr>
          <p:cNvPr id="51203" name="Rectangle 1">
            <a:extLst>
              <a:ext uri="{FF2B5EF4-FFF2-40B4-BE49-F238E27FC236}">
                <a16:creationId xmlns:a16="http://schemas.microsoft.com/office/drawing/2014/main" id="{7C6B8E84-D93E-2630-68EE-6C5189E39E26}"/>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4" name="Rectangle 2">
            <a:extLst>
              <a:ext uri="{FF2B5EF4-FFF2-40B4-BE49-F238E27FC236}">
                <a16:creationId xmlns:a16="http://schemas.microsoft.com/office/drawing/2014/main" id="{2D91E490-8B47-6821-64AF-D9C4F11B21F0}"/>
              </a:ext>
            </a:extLst>
          </p:cNvPr>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C578DC3D-37BF-74FF-AE10-9906880491A5}"/>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298C6E4D-D859-7346-9254-DAD0CCBEC2F1}" type="slidenum">
              <a:rPr lang="en-US" altLang="en-US">
                <a:latin typeface="Arial" panose="020B0604020202020204" pitchFamily="34" charset="0"/>
              </a:rPr>
              <a:pPr>
                <a:spcBef>
                  <a:spcPct val="0"/>
                </a:spcBef>
                <a:buClrTx/>
                <a:buFontTx/>
                <a:buNone/>
              </a:pPr>
              <a:t>24</a:t>
            </a:fld>
            <a:endParaRPr lang="en-US" altLang="en-US">
              <a:latin typeface="Arial" panose="020B0604020202020204" pitchFamily="34" charset="0"/>
            </a:endParaRPr>
          </a:p>
        </p:txBody>
      </p:sp>
      <p:sp>
        <p:nvSpPr>
          <p:cNvPr id="53251" name="Rectangle 1">
            <a:extLst>
              <a:ext uri="{FF2B5EF4-FFF2-40B4-BE49-F238E27FC236}">
                <a16:creationId xmlns:a16="http://schemas.microsoft.com/office/drawing/2014/main" id="{EE725103-C7B6-6BA3-CD92-2F1D3279F181}"/>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3252" name="Rectangle 2">
            <a:extLst>
              <a:ext uri="{FF2B5EF4-FFF2-40B4-BE49-F238E27FC236}">
                <a16:creationId xmlns:a16="http://schemas.microsoft.com/office/drawing/2014/main" id="{E2FE97B9-17B9-3A82-035D-375E5602DE6C}"/>
              </a:ext>
            </a:extLst>
          </p:cNvPr>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A244AA24-5C11-E6B3-E6F4-1028350DB9EE}"/>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554B836E-5E17-7F45-AB75-D08A3614332D}" type="slidenum">
              <a:rPr lang="en-US" altLang="en-US">
                <a:latin typeface="Arial" panose="020B0604020202020204" pitchFamily="34" charset="0"/>
              </a:rPr>
              <a:pPr>
                <a:spcBef>
                  <a:spcPct val="0"/>
                </a:spcBef>
                <a:buClrTx/>
                <a:buFontTx/>
                <a:buNone/>
              </a:pPr>
              <a:t>25</a:t>
            </a:fld>
            <a:endParaRPr lang="en-US" altLang="en-US">
              <a:latin typeface="Arial" panose="020B0604020202020204" pitchFamily="34" charset="0"/>
            </a:endParaRPr>
          </a:p>
        </p:txBody>
      </p:sp>
      <p:sp>
        <p:nvSpPr>
          <p:cNvPr id="55299" name="Rectangle 1">
            <a:extLst>
              <a:ext uri="{FF2B5EF4-FFF2-40B4-BE49-F238E27FC236}">
                <a16:creationId xmlns:a16="http://schemas.microsoft.com/office/drawing/2014/main" id="{757C2291-7058-6DF7-7166-FBEEB166597F}"/>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5300" name="Rectangle 2">
            <a:extLst>
              <a:ext uri="{FF2B5EF4-FFF2-40B4-BE49-F238E27FC236}">
                <a16:creationId xmlns:a16="http://schemas.microsoft.com/office/drawing/2014/main" id="{2FCE3C68-E587-09C4-A2B3-1139E82661BB}"/>
              </a:ext>
            </a:extLst>
          </p:cNvPr>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Droplets-S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1313259" y="1300786"/>
            <a:ext cx="6517482" cy="2509213"/>
          </a:xfrm>
        </p:spPr>
        <p:txBody>
          <a:bodyPr anchor="b">
            <a:normAutofit/>
          </a:bodyPr>
          <a:lstStyle>
            <a:lvl1pPr algn="ctr">
              <a:defRPr sz="4800"/>
            </a:lvl1pPr>
          </a:lstStyle>
          <a:p>
            <a:r>
              <a:rPr lang="en-GB"/>
              <a:t>Click to edit Master title style</a:t>
            </a:r>
            <a:endParaRPr lang="en-US" dirty="0"/>
          </a:p>
        </p:txBody>
      </p:sp>
      <p:sp>
        <p:nvSpPr>
          <p:cNvPr id="3" name="Subtitle 2"/>
          <p:cNvSpPr>
            <a:spLocks noGrp="1"/>
          </p:cNvSpPr>
          <p:nvPr>
            <p:ph type="subTitle" idx="1"/>
          </p:nvPr>
        </p:nvSpPr>
        <p:spPr>
          <a:xfrm>
            <a:off x="1313259" y="3886201"/>
            <a:ext cx="6517482"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1160EA64-D806-43AC-9DF2-F8C432F32B4C}" type="datetimeFigureOut">
              <a:rPr lang="en-US" smtClean="0"/>
              <a:pPr/>
              <a:t>7/23/25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040A7-D757-284F-A7E1-9987F7543996}" type="slidenum">
              <a:rPr lang="en-US" altLang="en-US" smtClean="0"/>
              <a:pPr/>
              <a:t>‹#›</a:t>
            </a:fld>
            <a:endParaRPr lang="en-US" altLang="en-US"/>
          </a:p>
        </p:txBody>
      </p:sp>
    </p:spTree>
    <p:extLst>
      <p:ext uri="{BB962C8B-B14F-4D97-AF65-F5344CB8AC3E}">
        <p14:creationId xmlns:p14="http://schemas.microsoft.com/office/powerpoint/2010/main" val="1337705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12" name="Content Placeholder 2"/>
          <p:cNvSpPr>
            <a:spLocks noGrp="1"/>
          </p:cNvSpPr>
          <p:nvPr>
            <p:ph sz="quarter" idx="13"/>
          </p:nvPr>
        </p:nvSpPr>
        <p:spPr>
          <a:xfrm>
            <a:off x="685330" y="2367093"/>
            <a:ext cx="7772870"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160EA64-D806-43AC-9DF2-F8C432F32B4C}" type="datetimeFigureOut">
              <a:rPr lang="en-US" smtClean="0"/>
              <a:pPr/>
              <a:t>7/23/25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8B380A-392B-A948-8E9D-2D8B854E5B46}" type="slidenum">
              <a:rPr lang="en-US" altLang="en-US" smtClean="0"/>
              <a:pPr/>
              <a:t>‹#›</a:t>
            </a:fld>
            <a:endParaRPr lang="en-US" altLang="en-US"/>
          </a:p>
        </p:txBody>
      </p:sp>
    </p:spTree>
    <p:extLst>
      <p:ext uri="{BB962C8B-B14F-4D97-AF65-F5344CB8AC3E}">
        <p14:creationId xmlns:p14="http://schemas.microsoft.com/office/powerpoint/2010/main" val="3769728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828564"/>
            <a:ext cx="7763814" cy="2736819"/>
          </a:xfrm>
        </p:spPr>
        <p:txBody>
          <a:bodyPr anchor="b">
            <a:normAutofit/>
          </a:bodyPr>
          <a:lstStyle>
            <a:lvl1pPr>
              <a:defRPr sz="4000"/>
            </a:lvl1pPr>
          </a:lstStyle>
          <a:p>
            <a:r>
              <a:rPr lang="en-GB"/>
              <a:t>Click to edit Master title style</a:t>
            </a:r>
            <a:endParaRPr lang="en-US" dirty="0"/>
          </a:p>
        </p:txBody>
      </p:sp>
      <p:sp>
        <p:nvSpPr>
          <p:cNvPr id="3" name="Text Placeholder 2"/>
          <p:cNvSpPr>
            <a:spLocks noGrp="1"/>
          </p:cNvSpPr>
          <p:nvPr>
            <p:ph type="body" idx="1"/>
          </p:nvPr>
        </p:nvSpPr>
        <p:spPr>
          <a:xfrm>
            <a:off x="685331" y="3657458"/>
            <a:ext cx="7763814"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160EA64-D806-43AC-9DF2-F8C432F32B4C}" type="datetimeFigureOut">
              <a:rPr lang="en-US" smtClean="0"/>
              <a:pPr/>
              <a:t>7/23/25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EB25D68-98A6-4948-8B9A-C2F444C21DA1}" type="slidenum">
              <a:rPr lang="en-US" altLang="en-US" smtClean="0"/>
              <a:pPr/>
              <a:t>‹#›</a:t>
            </a:fld>
            <a:endParaRPr lang="en-US" altLang="en-US"/>
          </a:p>
        </p:txBody>
      </p:sp>
    </p:spTree>
    <p:extLst>
      <p:ext uri="{BB962C8B-B14F-4D97-AF65-F5344CB8AC3E}">
        <p14:creationId xmlns:p14="http://schemas.microsoft.com/office/powerpoint/2010/main" val="860332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GB"/>
              <a:t>Click to edit Master title style</a:t>
            </a:r>
            <a:endParaRPr lang="en-US" dirty="0"/>
          </a:p>
        </p:txBody>
      </p:sp>
      <p:sp>
        <p:nvSpPr>
          <p:cNvPr id="12" name="Content Placeholder 2"/>
          <p:cNvSpPr>
            <a:spLocks noGrp="1"/>
          </p:cNvSpPr>
          <p:nvPr>
            <p:ph sz="quarter" idx="13"/>
          </p:nvPr>
        </p:nvSpPr>
        <p:spPr>
          <a:xfrm>
            <a:off x="685330" y="2367093"/>
            <a:ext cx="3829520"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3" name="Content Placeholder 3"/>
          <p:cNvSpPr>
            <a:spLocks noGrp="1"/>
          </p:cNvSpPr>
          <p:nvPr>
            <p:ph sz="quarter" idx="14"/>
          </p:nvPr>
        </p:nvSpPr>
        <p:spPr>
          <a:xfrm>
            <a:off x="4629150" y="2367093"/>
            <a:ext cx="3829050"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1160EA64-D806-43AC-9DF2-F8C432F32B4C}" type="datetimeFigureOut">
              <a:rPr lang="en-US" smtClean="0"/>
              <a:pPr/>
              <a:t>7/23/25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8B380A-392B-A948-8E9D-2D8B854E5B46}" type="slidenum">
              <a:rPr lang="en-US" altLang="en-US" smtClean="0"/>
              <a:pPr/>
              <a:t>‹#›</a:t>
            </a:fld>
            <a:endParaRPr lang="en-US" altLang="en-US"/>
          </a:p>
        </p:txBody>
      </p:sp>
    </p:spTree>
    <p:extLst>
      <p:ext uri="{BB962C8B-B14F-4D97-AF65-F5344CB8AC3E}">
        <p14:creationId xmlns:p14="http://schemas.microsoft.com/office/powerpoint/2010/main" val="1479071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GB"/>
              <a:t>Click to edit Master title style</a:t>
            </a:r>
            <a:endParaRPr lang="en-US" dirty="0"/>
          </a:p>
        </p:txBody>
      </p:sp>
      <p:sp>
        <p:nvSpPr>
          <p:cNvPr id="3" name="Text Placeholder 2"/>
          <p:cNvSpPr>
            <a:spLocks noGrp="1"/>
          </p:cNvSpPr>
          <p:nvPr>
            <p:ph type="body" idx="1"/>
          </p:nvPr>
        </p:nvSpPr>
        <p:spPr>
          <a:xfrm>
            <a:off x="859746" y="2371018"/>
            <a:ext cx="3655106"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Content Placeholder 3"/>
          <p:cNvSpPr>
            <a:spLocks noGrp="1"/>
          </p:cNvSpPr>
          <p:nvPr>
            <p:ph sz="quarter" idx="13"/>
          </p:nvPr>
        </p:nvSpPr>
        <p:spPr>
          <a:xfrm>
            <a:off x="685331" y="3051013"/>
            <a:ext cx="3829520" cy="27401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797317" y="2371018"/>
            <a:ext cx="3661353"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3" name="Content Placeholder 5"/>
          <p:cNvSpPr>
            <a:spLocks noGrp="1"/>
          </p:cNvSpPr>
          <p:nvPr>
            <p:ph sz="quarter" idx="14"/>
          </p:nvPr>
        </p:nvSpPr>
        <p:spPr>
          <a:xfrm>
            <a:off x="4629150" y="3051013"/>
            <a:ext cx="3829051" cy="27401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smtClean="0"/>
              <a:pPr/>
              <a:t>7/23/25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58B380A-392B-A948-8E9D-2D8B854E5B46}" type="slidenum">
              <a:rPr lang="en-US" altLang="en-US" smtClean="0"/>
              <a:pPr/>
              <a:t>‹#›</a:t>
            </a:fld>
            <a:endParaRPr lang="en-US" altLang="en-US"/>
          </a:p>
        </p:txBody>
      </p:sp>
    </p:spTree>
    <p:extLst>
      <p:ext uri="{BB962C8B-B14F-4D97-AF65-F5344CB8AC3E}">
        <p14:creationId xmlns:p14="http://schemas.microsoft.com/office/powerpoint/2010/main" val="2395888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smtClean="0"/>
              <a:t>7/23/25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E1796272-E243-AC43-BBCE-71D838E79B03}" type="slidenum">
              <a:rPr lang="en-US" altLang="en-US" smtClean="0"/>
              <a:pPr/>
              <a:t>‹#›</a:t>
            </a:fld>
            <a:endParaRPr lang="en-US" altLang="en-US"/>
          </a:p>
        </p:txBody>
      </p:sp>
    </p:spTree>
    <p:extLst>
      <p:ext uri="{BB962C8B-B14F-4D97-AF65-F5344CB8AC3E}">
        <p14:creationId xmlns:p14="http://schemas.microsoft.com/office/powerpoint/2010/main" val="2518628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fld id="{C278504F-A551-4DE0-9316-4DCD1D8CC752}" type="datetimeFigureOut">
              <a:rPr lang="en-US" smtClean="0"/>
              <a:t>7/23/25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E50CB998-8670-1148-991E-40EFDD846E18}" type="slidenum">
              <a:rPr lang="en-US" altLang="en-US" smtClean="0"/>
              <a:pPr/>
              <a:t>‹#›</a:t>
            </a:fld>
            <a:endParaRPr lang="en-US" altLang="en-US"/>
          </a:p>
        </p:txBody>
      </p:sp>
    </p:spTree>
    <p:extLst>
      <p:ext uri="{BB962C8B-B14F-4D97-AF65-F5344CB8AC3E}">
        <p14:creationId xmlns:p14="http://schemas.microsoft.com/office/powerpoint/2010/main" val="4013958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2951766" cy="2023252"/>
          </a:xfrm>
        </p:spPr>
        <p:txBody>
          <a:bodyPr anchor="b"/>
          <a:lstStyle>
            <a:lvl1pPr algn="ctr">
              <a:defRPr sz="3200"/>
            </a:lvl1pPr>
          </a:lstStyle>
          <a:p>
            <a:r>
              <a:rPr lang="en-GB"/>
              <a:t>Click to edit Master title style</a:t>
            </a:r>
            <a:endParaRPr lang="en-US" dirty="0"/>
          </a:p>
        </p:txBody>
      </p:sp>
      <p:sp>
        <p:nvSpPr>
          <p:cNvPr id="10" name="Content Placeholder 2"/>
          <p:cNvSpPr>
            <a:spLocks noGrp="1"/>
          </p:cNvSpPr>
          <p:nvPr>
            <p:ph sz="quarter" idx="13"/>
          </p:nvPr>
        </p:nvSpPr>
        <p:spPr>
          <a:xfrm>
            <a:off x="3808547" y="609601"/>
            <a:ext cx="4650122" cy="518159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85331" y="2632852"/>
            <a:ext cx="2951767"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1160EA64-D806-43AC-9DF2-F8C432F32B4C}" type="datetimeFigureOut">
              <a:rPr lang="en-US" smtClean="0"/>
              <a:pPr/>
              <a:t>7/23/25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8B380A-392B-A948-8E9D-2D8B854E5B46}" type="slidenum">
              <a:rPr lang="en-US" altLang="en-US" smtClean="0"/>
              <a:pPr/>
              <a:t>‹#›</a:t>
            </a:fld>
            <a:endParaRPr lang="en-US" altLang="en-US"/>
          </a:p>
        </p:txBody>
      </p:sp>
    </p:spTree>
    <p:extLst>
      <p:ext uri="{BB962C8B-B14F-4D97-AF65-F5344CB8AC3E}">
        <p14:creationId xmlns:p14="http://schemas.microsoft.com/office/powerpoint/2010/main" val="1993236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2" y="609600"/>
            <a:ext cx="4129618" cy="2023254"/>
          </a:xfrm>
        </p:spPr>
        <p:txBody>
          <a:bodyPr anchor="b"/>
          <a:lstStyle>
            <a:lvl1pPr algn="ct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004270" y="609601"/>
            <a:ext cx="3005851"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85346" y="2632853"/>
            <a:ext cx="4129604"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042B0DB6-F5C7-45FB-8CF3-31B45F9C2DAC}" type="datetimeFigureOut">
              <a:rPr lang="en-US" smtClean="0"/>
              <a:t>7/23/25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B873722-87FB-ED4D-85B3-03AFE6000EFD}" type="slidenum">
              <a:rPr lang="en-US" altLang="en-US" smtClean="0"/>
              <a:pPr/>
              <a:t>‹#›</a:t>
            </a:fld>
            <a:endParaRPr lang="en-US" altLang="en-US"/>
          </a:p>
        </p:txBody>
      </p:sp>
    </p:spTree>
    <p:extLst>
      <p:ext uri="{BB962C8B-B14F-4D97-AF65-F5344CB8AC3E}">
        <p14:creationId xmlns:p14="http://schemas.microsoft.com/office/powerpoint/2010/main" val="1464938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46" y="4289374"/>
            <a:ext cx="7773324" cy="81161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888558" y="698261"/>
            <a:ext cx="7366899"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85331" y="5108728"/>
            <a:ext cx="7773339"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1160EA64-D806-43AC-9DF2-F8C432F32B4C}" type="datetimeFigureOut">
              <a:rPr lang="en-US" smtClean="0"/>
              <a:pPr/>
              <a:t>7/23/25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8B380A-392B-A948-8E9D-2D8B854E5B46}" type="slidenum">
              <a:rPr lang="en-US" altLang="en-US" smtClean="0"/>
              <a:pPr/>
              <a:t>‹#›</a:t>
            </a:fld>
            <a:endParaRPr lang="en-US" altLang="en-US"/>
          </a:p>
        </p:txBody>
      </p:sp>
    </p:spTree>
    <p:extLst>
      <p:ext uri="{BB962C8B-B14F-4D97-AF65-F5344CB8AC3E}">
        <p14:creationId xmlns:p14="http://schemas.microsoft.com/office/powerpoint/2010/main" val="29667618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7773339" cy="3427245"/>
          </a:xfrm>
        </p:spPr>
        <p:txBody>
          <a:bodyPr anchor="ctr"/>
          <a:lstStyle>
            <a:lvl1pPr algn="ct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685331" y="4204821"/>
            <a:ext cx="7773339"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1160EA64-D806-43AC-9DF2-F8C432F32B4C}" type="datetimeFigureOut">
              <a:rPr lang="en-US" smtClean="0"/>
              <a:pPr/>
              <a:t>7/23/25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8B380A-392B-A948-8E9D-2D8B854E5B46}" type="slidenum">
              <a:rPr lang="en-US" altLang="en-US" smtClean="0"/>
              <a:pPr/>
              <a:t>‹#›</a:t>
            </a:fld>
            <a:endParaRPr lang="en-US" altLang="en-US"/>
          </a:p>
        </p:txBody>
      </p:sp>
    </p:spTree>
    <p:extLst>
      <p:ext uri="{BB962C8B-B14F-4D97-AF65-F5344CB8AC3E}">
        <p14:creationId xmlns:p14="http://schemas.microsoft.com/office/powerpoint/2010/main" val="34669623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3" name="Picture 12"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084659" y="872588"/>
            <a:ext cx="6977064" cy="2729915"/>
          </a:xfrm>
        </p:spPr>
        <p:txBody>
          <a:bodyPr anchor="ctr"/>
          <a:lstStyle>
            <a:lvl1pPr>
              <a:defRPr sz="3200"/>
            </a:lvl1pPr>
          </a:lstStyle>
          <a:p>
            <a:r>
              <a:rPr lang="en-GB"/>
              <a:t>Click to edit Master title style</a:t>
            </a:r>
            <a:endParaRPr lang="en-US" dirty="0"/>
          </a:p>
        </p:txBody>
      </p:sp>
      <p:sp>
        <p:nvSpPr>
          <p:cNvPr id="12" name="Text Placeholder 3"/>
          <p:cNvSpPr>
            <a:spLocks noGrp="1"/>
          </p:cNvSpPr>
          <p:nvPr>
            <p:ph type="body" sz="half" idx="13"/>
          </p:nvPr>
        </p:nvSpPr>
        <p:spPr>
          <a:xfrm>
            <a:off x="1290484" y="3610032"/>
            <a:ext cx="6564224"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685331" y="4372797"/>
            <a:ext cx="7773339"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1160EA64-D806-43AC-9DF2-F8C432F32B4C}" type="datetimeFigureOut">
              <a:rPr lang="en-US" smtClean="0"/>
              <a:pPr/>
              <a:t>7/23/25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8B380A-392B-A948-8E9D-2D8B854E5B46}" type="slidenum">
              <a:rPr lang="en-US" altLang="en-US" smtClean="0"/>
              <a:pPr/>
              <a:t>‹#›</a:t>
            </a:fld>
            <a:endParaRPr lang="en-US" altLang="en-US"/>
          </a:p>
        </p:txBody>
      </p:sp>
      <p:sp>
        <p:nvSpPr>
          <p:cNvPr id="11" name="TextBox 10"/>
          <p:cNvSpPr txBox="1"/>
          <p:nvPr/>
        </p:nvSpPr>
        <p:spPr>
          <a:xfrm>
            <a:off x="737626" y="887859"/>
            <a:ext cx="546888"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850130" y="3120015"/>
            <a:ext cx="553641"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241137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2138722"/>
            <a:ext cx="7773339" cy="2511835"/>
          </a:xfrm>
        </p:spPr>
        <p:txBody>
          <a:bodyPr anchor="b"/>
          <a:lstStyle>
            <a:lvl1pPr algn="ct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685331" y="4662335"/>
            <a:ext cx="777333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1160EA64-D806-43AC-9DF2-F8C432F32B4C}" type="datetimeFigureOut">
              <a:rPr lang="en-US" smtClean="0"/>
              <a:pPr/>
              <a:t>7/23/25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8B380A-392B-A948-8E9D-2D8B854E5B46}" type="slidenum">
              <a:rPr lang="en-US" altLang="en-US" smtClean="0"/>
              <a:pPr/>
              <a:t>‹#›</a:t>
            </a:fld>
            <a:endParaRPr lang="en-US" altLang="en-US"/>
          </a:p>
        </p:txBody>
      </p:sp>
    </p:spTree>
    <p:extLst>
      <p:ext uri="{BB962C8B-B14F-4D97-AF65-F5344CB8AC3E}">
        <p14:creationId xmlns:p14="http://schemas.microsoft.com/office/powerpoint/2010/main" val="10544708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4" name="Picture 13"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5" name="Title 1"/>
          <p:cNvSpPr>
            <a:spLocks noGrp="1"/>
          </p:cNvSpPr>
          <p:nvPr>
            <p:ph type="title"/>
          </p:nvPr>
        </p:nvSpPr>
        <p:spPr>
          <a:xfrm>
            <a:off x="685331" y="609600"/>
            <a:ext cx="7773339" cy="1605094"/>
          </a:xfrm>
        </p:spPr>
        <p:txBody>
          <a:bodyPr/>
          <a:lstStyle/>
          <a:p>
            <a:r>
              <a:rPr lang="en-GB"/>
              <a:t>Click to edit Master title style</a:t>
            </a:r>
            <a:endParaRPr lang="en-US" dirty="0"/>
          </a:p>
        </p:txBody>
      </p:sp>
      <p:sp>
        <p:nvSpPr>
          <p:cNvPr id="7" name="Text Placeholder 2"/>
          <p:cNvSpPr>
            <a:spLocks noGrp="1"/>
          </p:cNvSpPr>
          <p:nvPr>
            <p:ph type="body" idx="1"/>
          </p:nvPr>
        </p:nvSpPr>
        <p:spPr>
          <a:xfrm>
            <a:off x="685331" y="2367093"/>
            <a:ext cx="2474232"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685331" y="2943356"/>
            <a:ext cx="2474232"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3339292" y="2367093"/>
            <a:ext cx="2468641"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3331012" y="2943356"/>
            <a:ext cx="2477513"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5979974" y="2367093"/>
            <a:ext cx="2478696"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5979974" y="2943356"/>
            <a:ext cx="247869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1160EA64-D806-43AC-9DF2-F8C432F32B4C}" type="datetimeFigureOut">
              <a:rPr lang="en-US" smtClean="0"/>
              <a:pPr/>
              <a:t>7/23/25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58B380A-392B-A948-8E9D-2D8B854E5B46}" type="slidenum">
              <a:rPr lang="en-US" altLang="en-US" smtClean="0"/>
              <a:pPr/>
              <a:t>‹#›</a:t>
            </a:fld>
            <a:endParaRPr lang="en-US" altLang="en-US"/>
          </a:p>
        </p:txBody>
      </p:sp>
    </p:spTree>
    <p:extLst>
      <p:ext uri="{BB962C8B-B14F-4D97-AF65-F5344CB8AC3E}">
        <p14:creationId xmlns:p14="http://schemas.microsoft.com/office/powerpoint/2010/main" val="30857654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7" name="Picture 1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0" name="Title 1"/>
          <p:cNvSpPr>
            <a:spLocks noGrp="1"/>
          </p:cNvSpPr>
          <p:nvPr>
            <p:ph type="title"/>
          </p:nvPr>
        </p:nvSpPr>
        <p:spPr>
          <a:xfrm>
            <a:off x="685331" y="610772"/>
            <a:ext cx="7773339" cy="1603922"/>
          </a:xfrm>
        </p:spPr>
        <p:txBody>
          <a:bodyPr/>
          <a:lstStyle/>
          <a:p>
            <a:r>
              <a:rPr lang="en-GB"/>
              <a:t>Click to edit Master title style</a:t>
            </a:r>
            <a:endParaRPr lang="en-US" dirty="0"/>
          </a:p>
        </p:txBody>
      </p:sp>
      <p:sp>
        <p:nvSpPr>
          <p:cNvPr id="19" name="Text Placeholder 2"/>
          <p:cNvSpPr>
            <a:spLocks noGrp="1"/>
          </p:cNvSpPr>
          <p:nvPr>
            <p:ph type="body" idx="1"/>
          </p:nvPr>
        </p:nvSpPr>
        <p:spPr>
          <a:xfrm>
            <a:off x="685331" y="4204820"/>
            <a:ext cx="2472307"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685331" y="2367093"/>
            <a:ext cx="2472307"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1" name="Text Placeholder 3"/>
          <p:cNvSpPr>
            <a:spLocks noGrp="1"/>
          </p:cNvSpPr>
          <p:nvPr>
            <p:ph type="body" sz="half" idx="18"/>
          </p:nvPr>
        </p:nvSpPr>
        <p:spPr>
          <a:xfrm>
            <a:off x="685331" y="4781082"/>
            <a:ext cx="2472307"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3332069" y="4204820"/>
            <a:ext cx="247637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3331011" y="2367093"/>
            <a:ext cx="2477514"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19"/>
          </p:nvPr>
        </p:nvSpPr>
        <p:spPr>
          <a:xfrm>
            <a:off x="3331011" y="4781081"/>
            <a:ext cx="2477514"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5979974" y="4204820"/>
            <a:ext cx="247551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5979974" y="2367093"/>
            <a:ext cx="2478696"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7" name="Text Placeholder 3"/>
          <p:cNvSpPr>
            <a:spLocks noGrp="1"/>
          </p:cNvSpPr>
          <p:nvPr>
            <p:ph type="body" sz="half" idx="20"/>
          </p:nvPr>
        </p:nvSpPr>
        <p:spPr>
          <a:xfrm>
            <a:off x="5979880" y="4781079"/>
            <a:ext cx="2478790"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1160EA64-D806-43AC-9DF2-F8C432F32B4C}" type="datetimeFigureOut">
              <a:rPr lang="en-US" smtClean="0"/>
              <a:pPr/>
              <a:t>7/23/25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58B380A-392B-A948-8E9D-2D8B854E5B46}" type="slidenum">
              <a:rPr lang="en-US" altLang="en-US" smtClean="0"/>
              <a:pPr/>
              <a:t>‹#›</a:t>
            </a:fld>
            <a:endParaRPr lang="en-US" altLang="en-US"/>
          </a:p>
        </p:txBody>
      </p:sp>
    </p:spTree>
    <p:extLst>
      <p:ext uri="{BB962C8B-B14F-4D97-AF65-F5344CB8AC3E}">
        <p14:creationId xmlns:p14="http://schemas.microsoft.com/office/powerpoint/2010/main" val="27919457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11" name="Vertical Text Placeholder 2"/>
          <p:cNvSpPr>
            <a:spLocks noGrp="1"/>
          </p:cNvSpPr>
          <p:nvPr>
            <p:ph type="body" orient="vert" sz="quarter" idx="13"/>
          </p:nvPr>
        </p:nvSpPr>
        <p:spPr>
          <a:xfrm>
            <a:off x="685331" y="2367094"/>
            <a:ext cx="7773339" cy="342410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160EA64-D806-43AC-9DF2-F8C432F32B4C}" type="datetimeFigureOut">
              <a:rPr lang="en-US" smtClean="0"/>
              <a:pPr/>
              <a:t>7/23/25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8B380A-392B-A948-8E9D-2D8B854E5B46}" type="slidenum">
              <a:rPr lang="en-US" altLang="en-US" smtClean="0"/>
              <a:pPr/>
              <a:t>‹#›</a:t>
            </a:fld>
            <a:endParaRPr lang="en-US" altLang="en-US"/>
          </a:p>
        </p:txBody>
      </p:sp>
    </p:spTree>
    <p:extLst>
      <p:ext uri="{BB962C8B-B14F-4D97-AF65-F5344CB8AC3E}">
        <p14:creationId xmlns:p14="http://schemas.microsoft.com/office/powerpoint/2010/main" val="33637780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10" name="Picture 9"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Vertical Title 1"/>
          <p:cNvSpPr>
            <a:spLocks noGrp="1"/>
          </p:cNvSpPr>
          <p:nvPr>
            <p:ph type="title" orient="vert"/>
          </p:nvPr>
        </p:nvSpPr>
        <p:spPr>
          <a:xfrm>
            <a:off x="6543675" y="609602"/>
            <a:ext cx="1914995" cy="5181599"/>
          </a:xfrm>
        </p:spPr>
        <p:txBody>
          <a:bodyPr vert="eaVert"/>
          <a:lstStyle>
            <a:lvl1pPr algn="l">
              <a:defRPr/>
            </a:lvl1pPr>
          </a:lstStyle>
          <a:p>
            <a:r>
              <a:rPr lang="en-GB"/>
              <a:t>Click to edit Master title style</a:t>
            </a:r>
            <a:endParaRPr lang="en-US" dirty="0"/>
          </a:p>
        </p:txBody>
      </p:sp>
      <p:sp>
        <p:nvSpPr>
          <p:cNvPr id="8" name="Vertical Text Placeholder 2"/>
          <p:cNvSpPr>
            <a:spLocks noGrp="1"/>
          </p:cNvSpPr>
          <p:nvPr>
            <p:ph type="body" orient="vert" sz="quarter" idx="13"/>
          </p:nvPr>
        </p:nvSpPr>
        <p:spPr>
          <a:xfrm>
            <a:off x="685331" y="609602"/>
            <a:ext cx="5744043" cy="518159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160EA64-D806-43AC-9DF2-F8C432F32B4C}" type="datetimeFigureOut">
              <a:rPr lang="en-US" smtClean="0"/>
              <a:pPr/>
              <a:t>7/23/25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8B380A-392B-A948-8E9D-2D8B854E5B46}" type="slidenum">
              <a:rPr lang="en-US" altLang="en-US" smtClean="0"/>
              <a:pPr/>
              <a:t>‹#›</a:t>
            </a:fld>
            <a:endParaRPr lang="en-US" altLang="en-US"/>
          </a:p>
        </p:txBody>
      </p:sp>
    </p:spTree>
    <p:extLst>
      <p:ext uri="{BB962C8B-B14F-4D97-AF65-F5344CB8AC3E}">
        <p14:creationId xmlns:p14="http://schemas.microsoft.com/office/powerpoint/2010/main" val="1136328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685332" y="618518"/>
            <a:ext cx="7773338" cy="1596177"/>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85331" y="2367094"/>
            <a:ext cx="7773339" cy="342410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5759053" y="5883276"/>
            <a:ext cx="2057400" cy="365125"/>
          </a:xfrm>
          <a:prstGeom prst="rect">
            <a:avLst/>
          </a:prstGeom>
        </p:spPr>
        <p:txBody>
          <a:bodyPr vert="horz" lIns="91440" tIns="45720" rIns="91440" bIns="45720" rtlCol="0" anchor="ctr"/>
          <a:lstStyle>
            <a:lvl1pPr algn="r">
              <a:defRPr sz="1000">
                <a:solidFill>
                  <a:schemeClr val="tx1"/>
                </a:solidFill>
              </a:defRPr>
            </a:lvl1pPr>
          </a:lstStyle>
          <a:p>
            <a:fld id="{1160EA64-D806-43AC-9DF2-F8C432F32B4C}" type="datetimeFigureOut">
              <a:rPr lang="en-US" smtClean="0"/>
              <a:pPr/>
              <a:t>7/23/25</a:t>
            </a:fld>
            <a:endParaRPr lang="en-US" dirty="0"/>
          </a:p>
        </p:txBody>
      </p:sp>
      <p:sp>
        <p:nvSpPr>
          <p:cNvPr id="5" name="Footer Placeholder 4"/>
          <p:cNvSpPr>
            <a:spLocks noGrp="1"/>
          </p:cNvSpPr>
          <p:nvPr>
            <p:ph type="ftr" sz="quarter" idx="3"/>
          </p:nvPr>
        </p:nvSpPr>
        <p:spPr>
          <a:xfrm>
            <a:off x="685331" y="5883276"/>
            <a:ext cx="5004665"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7885509" y="5883276"/>
            <a:ext cx="573161" cy="365125"/>
          </a:xfrm>
          <a:prstGeom prst="rect">
            <a:avLst/>
          </a:prstGeom>
        </p:spPr>
        <p:txBody>
          <a:bodyPr vert="horz" lIns="91440" tIns="45720" rIns="91440" bIns="45720" rtlCol="0" anchor="ctr"/>
          <a:lstStyle>
            <a:lvl1pPr algn="r">
              <a:defRPr sz="1000">
                <a:solidFill>
                  <a:schemeClr val="tx1"/>
                </a:solidFill>
              </a:defRPr>
            </a:lvl1pPr>
          </a:lstStyle>
          <a:p>
            <a:fld id="{C58B380A-392B-A948-8E9D-2D8B854E5B46}" type="slidenum">
              <a:rPr lang="en-US" altLang="en-US" smtClean="0"/>
              <a:pPr/>
              <a:t>‹#›</a:t>
            </a:fld>
            <a:endParaRPr lang="en-US" altLang="en-US"/>
          </a:p>
        </p:txBody>
      </p:sp>
    </p:spTree>
    <p:extLst>
      <p:ext uri="{BB962C8B-B14F-4D97-AF65-F5344CB8AC3E}">
        <p14:creationId xmlns:p14="http://schemas.microsoft.com/office/powerpoint/2010/main" val="3571558696"/>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staffportal.curtin.edu.au/staff/profile/view/qian-li-24c96504/"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hyperlink" Target="https://curtin.webex.com/meet/qli" TargetMode="External"/><Relationship Id="rId5" Type="http://schemas.openxmlformats.org/officeDocument/2006/relationships/hyperlink" Target="mailto:qli@curtin.edu.au" TargetMode="External"/><Relationship Id="rId4" Type="http://schemas.openxmlformats.org/officeDocument/2006/relationships/hyperlink" Target="https://scholar.google.com.au/citations?user=yic0QMYAAAAJ&amp;view_op=list_works&amp;sortby=pubdate"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1">
            <a:extLst>
              <a:ext uri="{FF2B5EF4-FFF2-40B4-BE49-F238E27FC236}">
                <a16:creationId xmlns:a16="http://schemas.microsoft.com/office/drawing/2014/main" id="{AD17F134-E712-BAE9-F180-8AA47A9288A2}"/>
              </a:ext>
            </a:extLst>
          </p:cNvPr>
          <p:cNvSpPr txBox="1">
            <a:spLocks noChangeArrowheads="1"/>
          </p:cNvSpPr>
          <p:nvPr/>
        </p:nvSpPr>
        <p:spPr bwMode="auto">
          <a:xfrm>
            <a:off x="685800" y="2852738"/>
            <a:ext cx="7772400"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ctr" eaLnBrk="1" hangingPunct="1">
              <a:spcBef>
                <a:spcPct val="0"/>
              </a:spcBef>
              <a:buClrTx/>
              <a:buFontTx/>
              <a:buNone/>
            </a:pPr>
            <a:r>
              <a:rPr lang="en-US" altLang="en-US" sz="4400" i="1"/>
              <a:t>Fundamental Concepts of Data Security</a:t>
            </a:r>
            <a:br>
              <a:rPr lang="en-US" altLang="en-US" sz="4400" i="1"/>
            </a:br>
            <a:br>
              <a:rPr lang="en-US" altLang="en-US" sz="4400" i="1"/>
            </a:br>
            <a:endParaRPr lang="en-US" altLang="en-US" sz="4400" i="1"/>
          </a:p>
        </p:txBody>
      </p:sp>
      <p:sp>
        <p:nvSpPr>
          <p:cNvPr id="3075" name="Text Box 2">
            <a:extLst>
              <a:ext uri="{FF2B5EF4-FFF2-40B4-BE49-F238E27FC236}">
                <a16:creationId xmlns:a16="http://schemas.microsoft.com/office/drawing/2014/main" id="{00CD6479-CEBD-D589-1698-62C1ECDBD11F}"/>
              </a:ext>
            </a:extLst>
          </p:cNvPr>
          <p:cNvSpPr txBox="1">
            <a:spLocks noChangeArrowheads="1"/>
          </p:cNvSpPr>
          <p:nvPr/>
        </p:nvSpPr>
        <p:spPr bwMode="auto">
          <a:xfrm>
            <a:off x="1371600" y="3886200"/>
            <a:ext cx="6400800" cy="175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ctr" eaLnBrk="1" hangingPunct="1">
              <a:buClrTx/>
              <a:buSzPct val="90000"/>
              <a:buFontTx/>
              <a:buNone/>
            </a:pPr>
            <a:r>
              <a:rPr lang="en-US" altLang="en-US"/>
              <a:t>Unit Outline &amp;</a:t>
            </a:r>
          </a:p>
          <a:p>
            <a:pPr algn="ctr" eaLnBrk="1" hangingPunct="1">
              <a:buClrTx/>
              <a:buSzPct val="90000"/>
              <a:buFontTx/>
              <a:buNone/>
            </a:pPr>
            <a:r>
              <a:rPr lang="en-US" altLang="en-US"/>
              <a:t>General Administrative Information</a:t>
            </a:r>
          </a:p>
        </p:txBody>
      </p:sp>
      <p:pic>
        <p:nvPicPr>
          <p:cNvPr id="3076" name="Picture 3">
            <a:extLst>
              <a:ext uri="{FF2B5EF4-FFF2-40B4-BE49-F238E27FC236}">
                <a16:creationId xmlns:a16="http://schemas.microsoft.com/office/drawing/2014/main" id="{E3225DF7-3A31-0F76-6ACF-607C83E5967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03913" y="49213"/>
            <a:ext cx="3203575" cy="5651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077" name="Text Box 4">
            <a:extLst>
              <a:ext uri="{FF2B5EF4-FFF2-40B4-BE49-F238E27FC236}">
                <a16:creationId xmlns:a16="http://schemas.microsoft.com/office/drawing/2014/main" id="{1A83DA61-0541-3E9B-F736-B5260942EFE6}"/>
              </a:ext>
            </a:extLst>
          </p:cNvPr>
          <p:cNvSpPr txBox="1">
            <a:spLocks noChangeArrowheads="1"/>
          </p:cNvSpPr>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fld id="{B3DABE3C-1F97-4343-AC59-A9B8BBB2B4D7}" type="slidenum">
              <a:rPr lang="en-US" altLang="en-US" sz="1400"/>
              <a:pPr algn="r">
                <a:spcBef>
                  <a:spcPct val="0"/>
                </a:spcBef>
                <a:buClrTx/>
                <a:buFontTx/>
                <a:buNone/>
              </a:pPr>
              <a:t>1</a:t>
            </a:fld>
            <a:endParaRPr lang="en-US" altLang="en-US" sz="1400"/>
          </a:p>
        </p:txBody>
      </p:sp>
      <p:pic>
        <p:nvPicPr>
          <p:cNvPr id="4" name="Audio 3">
            <a:extLst>
              <a:ext uri="{FF2B5EF4-FFF2-40B4-BE49-F238E27FC236}">
                <a16:creationId xmlns:a16="http://schemas.microsoft.com/office/drawing/2014/main" id="{FDED6DAC-9F54-C04D-26F5-DCF9F27AC68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cSld>
  <p:clrMapOvr>
    <a:masterClrMapping/>
  </p:clrMapOvr>
  <p:transition spd="med" advTm="15277"/>
  <p:timing>
    <p:tnLst>
      <p:par>
        <p:cTn id="1" dur="indefinite" restart="never" nodeType="tmRoot">
          <p:childTnLst>
            <p:seq concurrent="1" nextAc="seek">
              <p:cTn id="2" dur="0"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1">
            <a:extLst>
              <a:ext uri="{FF2B5EF4-FFF2-40B4-BE49-F238E27FC236}">
                <a16:creationId xmlns:a16="http://schemas.microsoft.com/office/drawing/2014/main" id="{85F8AADA-248E-A5E4-8EAA-8AE9BEBA5208}"/>
              </a:ext>
            </a:extLst>
          </p:cNvPr>
          <p:cNvSpPr txBox="1">
            <a:spLocks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r>
              <a:rPr lang="en-AU" altLang="en-US" sz="4400" i="1"/>
              <a:t>Acknowledgement</a:t>
            </a:r>
          </a:p>
        </p:txBody>
      </p:sp>
      <p:sp>
        <p:nvSpPr>
          <p:cNvPr id="5123" name="Text Box 2">
            <a:extLst>
              <a:ext uri="{FF2B5EF4-FFF2-40B4-BE49-F238E27FC236}">
                <a16:creationId xmlns:a16="http://schemas.microsoft.com/office/drawing/2014/main" id="{BE583DE8-0BAB-6505-80CD-B67EC32A6D95}"/>
              </a:ext>
            </a:extLst>
          </p:cNvPr>
          <p:cNvSpPr txBox="1">
            <a:spLocks noChangeArrowheads="1"/>
          </p:cNvSpPr>
          <p:nvPr/>
        </p:nvSpPr>
        <p:spPr bwMode="auto">
          <a:xfrm>
            <a:off x="685800" y="1738313"/>
            <a:ext cx="7772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8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3200">
                <a:solidFill>
                  <a:srgbClr val="000000"/>
                </a:solidFill>
                <a:latin typeface="Trebuchet MS" panose="020B0703020202090204" pitchFamily="34" charset="0"/>
                <a:ea typeface="ＭＳ Ｐゴシック" panose="020B0600070205080204" pitchFamily="34" charset="-128"/>
              </a:defRPr>
            </a:lvl1pPr>
            <a:lvl2pPr marL="741363" indent="-28416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9pPr>
          </a:lstStyle>
          <a:p>
            <a:pPr algn="r">
              <a:buClr>
                <a:srgbClr val="004080"/>
              </a:buClr>
              <a:buSzPct val="90000"/>
              <a:buFont typeface="Wingdings" pitchFamily="2" charset="2"/>
              <a:buNone/>
            </a:pPr>
            <a:r>
              <a:rPr lang="en-AU" altLang="en-US" i="1"/>
              <a:t>   “I acknowledge the Wadjuk Noongar people as the traditional custodians of the land on which the Bentley campus is located, and would like to pay respect to elders past, present and emerging.”</a:t>
            </a:r>
            <a:endParaRPr lang="en-AU" altLang="en-US"/>
          </a:p>
        </p:txBody>
      </p:sp>
      <p:sp>
        <p:nvSpPr>
          <p:cNvPr id="5124" name="Text Box 3">
            <a:extLst>
              <a:ext uri="{FF2B5EF4-FFF2-40B4-BE49-F238E27FC236}">
                <a16:creationId xmlns:a16="http://schemas.microsoft.com/office/drawing/2014/main" id="{B92CC915-647F-3E2F-1360-0405DAAD148F}"/>
              </a:ext>
            </a:extLst>
          </p:cNvPr>
          <p:cNvSpPr txBox="1">
            <a:spLocks noChangeArrowheads="1"/>
          </p:cNvSpPr>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fld id="{A22599DD-5917-F841-9183-2C576F0B9264}" type="slidenum">
              <a:rPr lang="en-US" altLang="en-US" sz="1400"/>
              <a:pPr algn="r">
                <a:spcBef>
                  <a:spcPct val="0"/>
                </a:spcBef>
                <a:buClrTx/>
                <a:buFontTx/>
                <a:buNone/>
              </a:pPr>
              <a:t>2</a:t>
            </a:fld>
            <a:endParaRPr lang="en-US" altLang="en-US" sz="140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1">
            <a:extLst>
              <a:ext uri="{FF2B5EF4-FFF2-40B4-BE49-F238E27FC236}">
                <a16:creationId xmlns:a16="http://schemas.microsoft.com/office/drawing/2014/main" id="{E48D78D1-FD31-27EB-89A1-5B0B85EA345B}"/>
              </a:ext>
            </a:extLst>
          </p:cNvPr>
          <p:cNvSpPr txBox="1">
            <a:spLocks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r>
              <a:rPr lang="en-AU" altLang="en-US" sz="4400" i="1"/>
              <a:t>Contact Detail</a:t>
            </a:r>
          </a:p>
        </p:txBody>
      </p:sp>
      <p:sp>
        <p:nvSpPr>
          <p:cNvPr id="7171" name="Text Box 2">
            <a:extLst>
              <a:ext uri="{FF2B5EF4-FFF2-40B4-BE49-F238E27FC236}">
                <a16:creationId xmlns:a16="http://schemas.microsoft.com/office/drawing/2014/main" id="{C368A507-1CA2-A453-0341-54E9A99F1EB3}"/>
              </a:ext>
            </a:extLst>
          </p:cNvPr>
          <p:cNvSpPr txBox="1">
            <a:spLocks noChangeArrowheads="1"/>
          </p:cNvSpPr>
          <p:nvPr/>
        </p:nvSpPr>
        <p:spPr bwMode="auto">
          <a:xfrm>
            <a:off x="685800" y="1738313"/>
            <a:ext cx="7772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8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3200">
                <a:solidFill>
                  <a:srgbClr val="000000"/>
                </a:solidFill>
                <a:latin typeface="Trebuchet MS" panose="020B0703020202090204" pitchFamily="34" charset="0"/>
                <a:ea typeface="ＭＳ Ｐゴシック" panose="020B0600070205080204" pitchFamily="34" charset="-128"/>
              </a:defRPr>
            </a:lvl1pPr>
            <a:lvl2pPr marL="741363" indent="-28416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9pPr>
          </a:lstStyle>
          <a:p>
            <a:pPr>
              <a:buClr>
                <a:srgbClr val="004080"/>
              </a:buClr>
              <a:buSzPct val="90000"/>
              <a:buFont typeface="Wingdings" pitchFamily="2" charset="2"/>
              <a:buChar char=""/>
            </a:pPr>
            <a:r>
              <a:rPr lang="en-AU" altLang="en-US" sz="2800" dirty="0"/>
              <a:t>Dr</a:t>
            </a:r>
            <a:r>
              <a:rPr lang="en-US" altLang="zh-CN" sz="2800" dirty="0"/>
              <a:t>.</a:t>
            </a:r>
            <a:r>
              <a:rPr lang="en-AU" altLang="en-US" sz="2800" dirty="0"/>
              <a:t> </a:t>
            </a:r>
            <a:r>
              <a:rPr lang="en-US" altLang="zh-CN" sz="2800" dirty="0"/>
              <a:t>Qian</a:t>
            </a:r>
            <a:r>
              <a:rPr lang="en-AU" altLang="en-US" sz="2800" dirty="0"/>
              <a:t> </a:t>
            </a:r>
            <a:r>
              <a:rPr lang="en-US" altLang="zh-CN" sz="2800" dirty="0"/>
              <a:t>Li</a:t>
            </a:r>
            <a:endParaRPr lang="en-AU" altLang="en-US" sz="2800" dirty="0"/>
          </a:p>
          <a:p>
            <a:pPr lvl="1">
              <a:buClr>
                <a:srgbClr val="004080"/>
              </a:buClr>
              <a:buSzPct val="90000"/>
              <a:buFont typeface="Wingdings" pitchFamily="2" charset="2"/>
              <a:buChar char=""/>
            </a:pPr>
            <a:r>
              <a:rPr lang="en-AU" altLang="en-US" sz="2000" dirty="0">
                <a:solidFill>
                  <a:srgbClr val="FF0000"/>
                </a:solidFill>
                <a:hlinkClick r:id="rId3">
                  <a:extLst>
                    <a:ext uri="{A12FA001-AC4F-418D-AE19-62706E023703}">
                      <ahyp:hlinkClr xmlns:ahyp="http://schemas.microsoft.com/office/drawing/2018/hyperlinkcolor" val="tx"/>
                    </a:ext>
                  </a:extLst>
                </a:hlinkClick>
              </a:rPr>
              <a:t>https://staffportal.curtin.edu.au/staff/profile/view/qian-li-24c96504/</a:t>
            </a:r>
            <a:endParaRPr lang="en-AU" altLang="en-US" sz="2000" dirty="0">
              <a:solidFill>
                <a:srgbClr val="FF0000"/>
              </a:solidFill>
            </a:endParaRPr>
          </a:p>
          <a:p>
            <a:pPr lvl="1">
              <a:buClr>
                <a:srgbClr val="004080"/>
              </a:buClr>
              <a:buSzPct val="90000"/>
              <a:buFont typeface="Wingdings" pitchFamily="2" charset="2"/>
              <a:buChar char=""/>
            </a:pPr>
            <a:r>
              <a:rPr lang="en-US" altLang="zh-CN" sz="2000" dirty="0">
                <a:solidFill>
                  <a:srgbClr val="FF0000"/>
                </a:solidFill>
                <a:hlinkClick r:id="rId4">
                  <a:extLst>
                    <a:ext uri="{A12FA001-AC4F-418D-AE19-62706E023703}">
                      <ahyp:hlinkClr xmlns:ahyp="http://schemas.microsoft.com/office/drawing/2018/hyperlinkcolor" val="tx"/>
                    </a:ext>
                  </a:extLst>
                </a:hlinkClick>
              </a:rPr>
              <a:t>Google</a:t>
            </a:r>
            <a:r>
              <a:rPr lang="zh-CN" altLang="en-US" sz="2000" dirty="0">
                <a:solidFill>
                  <a:srgbClr val="FF0000"/>
                </a:solidFill>
                <a:hlinkClick r:id="rId4">
                  <a:extLst>
                    <a:ext uri="{A12FA001-AC4F-418D-AE19-62706E023703}">
                      <ahyp:hlinkClr xmlns:ahyp="http://schemas.microsoft.com/office/drawing/2018/hyperlinkcolor" val="tx"/>
                    </a:ext>
                  </a:extLst>
                </a:hlinkClick>
              </a:rPr>
              <a:t> </a:t>
            </a:r>
            <a:r>
              <a:rPr lang="en-US" altLang="zh-CN" sz="2000" dirty="0">
                <a:solidFill>
                  <a:srgbClr val="FF0000"/>
                </a:solidFill>
                <a:hlinkClick r:id="rId4">
                  <a:extLst>
                    <a:ext uri="{A12FA001-AC4F-418D-AE19-62706E023703}">
                      <ahyp:hlinkClr xmlns:ahyp="http://schemas.microsoft.com/office/drawing/2018/hyperlinkcolor" val="tx"/>
                    </a:ext>
                  </a:extLst>
                </a:hlinkClick>
              </a:rPr>
              <a:t>Scholar</a:t>
            </a:r>
            <a:endParaRPr lang="en-AU" altLang="en-US" sz="2000" dirty="0">
              <a:solidFill>
                <a:srgbClr val="FF0000"/>
              </a:solidFill>
            </a:endParaRPr>
          </a:p>
          <a:p>
            <a:pPr>
              <a:buClr>
                <a:srgbClr val="004080"/>
              </a:buClr>
              <a:buSzPct val="90000"/>
              <a:buFont typeface="Wingdings" pitchFamily="2" charset="2"/>
              <a:buChar char=""/>
            </a:pPr>
            <a:r>
              <a:rPr lang="en-AU" altLang="en-US" sz="2800" dirty="0"/>
              <a:t>Email: </a:t>
            </a:r>
            <a:r>
              <a:rPr lang="en-AU" altLang="en-US" sz="2400" dirty="0">
                <a:solidFill>
                  <a:schemeClr val="tx1"/>
                </a:solidFill>
                <a:hlinkClick r:id="rId5">
                  <a:extLst>
                    <a:ext uri="{A12FA001-AC4F-418D-AE19-62706E023703}">
                      <ahyp:hlinkClr xmlns:ahyp="http://schemas.microsoft.com/office/drawing/2018/hyperlinkcolor" val="tx"/>
                    </a:ext>
                  </a:extLst>
                </a:hlinkClick>
              </a:rPr>
              <a:t>qli@curtin.edu.au</a:t>
            </a:r>
            <a:endParaRPr lang="en-AU" altLang="en-US" sz="2400" dirty="0">
              <a:solidFill>
                <a:schemeClr val="tx1"/>
              </a:solidFill>
            </a:endParaRPr>
          </a:p>
          <a:p>
            <a:pPr>
              <a:buClr>
                <a:srgbClr val="004080"/>
              </a:buClr>
              <a:buSzPct val="90000"/>
              <a:buFont typeface="Wingdings" pitchFamily="2" charset="2"/>
              <a:buChar char=""/>
            </a:pPr>
            <a:r>
              <a:rPr lang="en-AU" altLang="en-US" sz="2800" dirty="0"/>
              <a:t>Consultation: </a:t>
            </a:r>
            <a:r>
              <a:rPr lang="en-US" altLang="zh-CN" sz="2800" dirty="0"/>
              <a:t>Wednesday</a:t>
            </a:r>
            <a:r>
              <a:rPr lang="en-AU" altLang="en-US" sz="2800" dirty="0"/>
              <a:t> </a:t>
            </a:r>
            <a:r>
              <a:rPr lang="en-US" altLang="zh-CN" sz="2800" dirty="0"/>
              <a:t>3:00pm</a:t>
            </a:r>
            <a:r>
              <a:rPr lang="en-AU" altLang="en-US" sz="2800" dirty="0"/>
              <a:t>-</a:t>
            </a:r>
            <a:r>
              <a:rPr lang="en-US" altLang="zh-CN" sz="2800" dirty="0"/>
              <a:t>5:00</a:t>
            </a:r>
            <a:r>
              <a:rPr lang="en-AU" altLang="zh-CN" sz="2800" dirty="0"/>
              <a:t>p</a:t>
            </a:r>
            <a:r>
              <a:rPr lang="en-AU" altLang="en-US" sz="2800" dirty="0"/>
              <a:t>m</a:t>
            </a:r>
          </a:p>
          <a:p>
            <a:pPr lvl="1">
              <a:buClr>
                <a:srgbClr val="008040"/>
              </a:buClr>
              <a:buSzPct val="90000"/>
              <a:buFont typeface="Wingdings" pitchFamily="2" charset="2"/>
              <a:buChar char=""/>
            </a:pPr>
            <a:r>
              <a:rPr lang="en-US" altLang="zh-CN" sz="2400" dirty="0"/>
              <a:t>Email</a:t>
            </a:r>
            <a:r>
              <a:rPr lang="en-AU" altLang="en-US" sz="2400" dirty="0"/>
              <a:t> me before coming </a:t>
            </a:r>
          </a:p>
          <a:p>
            <a:pPr lvl="1">
              <a:buClr>
                <a:srgbClr val="008040"/>
              </a:buClr>
              <a:buSzPct val="90000"/>
              <a:buFont typeface="Wingdings" pitchFamily="2" charset="2"/>
              <a:buChar char=""/>
            </a:pPr>
            <a:r>
              <a:rPr lang="en-AU" altLang="en-US" sz="2400" dirty="0"/>
              <a:t>Office: 314.</a:t>
            </a:r>
            <a:r>
              <a:rPr lang="en-US" altLang="zh-CN" sz="2400" dirty="0"/>
              <a:t>347</a:t>
            </a:r>
            <a:r>
              <a:rPr lang="zh-CN" altLang="en-US" sz="2400" dirty="0"/>
              <a:t> </a:t>
            </a:r>
            <a:endParaRPr lang="en-AU" altLang="en-US" sz="2400" dirty="0"/>
          </a:p>
          <a:p>
            <a:pPr lvl="1">
              <a:buClr>
                <a:srgbClr val="008040"/>
              </a:buClr>
              <a:buSzPct val="90000"/>
              <a:buFont typeface="Wingdings" pitchFamily="2" charset="2"/>
              <a:buChar char=""/>
            </a:pPr>
            <a:r>
              <a:rPr lang="en-US" altLang="zh-CN" sz="2400" dirty="0"/>
              <a:t>Online</a:t>
            </a:r>
            <a:r>
              <a:rPr lang="zh-CN" altLang="en-US" sz="2400" dirty="0"/>
              <a:t> </a:t>
            </a:r>
            <a:r>
              <a:rPr lang="en-US" altLang="zh-CN" sz="2400" dirty="0"/>
              <a:t>Meeting</a:t>
            </a:r>
            <a:r>
              <a:rPr lang="en-AU" altLang="en-US" sz="2400" dirty="0"/>
              <a:t> </a:t>
            </a:r>
            <a:r>
              <a:rPr lang="en-AU" altLang="en-US" sz="2400" dirty="0">
                <a:solidFill>
                  <a:srgbClr val="FF0000"/>
                </a:solidFill>
                <a:hlinkClick r:id="rId6">
                  <a:extLst>
                    <a:ext uri="{A12FA001-AC4F-418D-AE19-62706E023703}">
                      <ahyp:hlinkClr xmlns:ahyp="http://schemas.microsoft.com/office/drawing/2018/hyperlinkcolor" val="tx"/>
                    </a:ext>
                  </a:extLst>
                </a:hlinkClick>
              </a:rPr>
              <a:t>https://curtin.webex.com/meet/qli</a:t>
            </a:r>
            <a:endParaRPr lang="en-AU" altLang="en-US" sz="2400" dirty="0">
              <a:solidFill>
                <a:srgbClr val="FF0000"/>
              </a:solidFill>
            </a:endParaRPr>
          </a:p>
          <a:p>
            <a:pPr>
              <a:buClr>
                <a:srgbClr val="004080"/>
              </a:buClr>
              <a:buSzPct val="90000"/>
              <a:buFont typeface="Wingdings" pitchFamily="2" charset="2"/>
              <a:buNone/>
            </a:pPr>
            <a:endParaRPr lang="en-AU" altLang="en-US" dirty="0"/>
          </a:p>
        </p:txBody>
      </p:sp>
      <p:sp>
        <p:nvSpPr>
          <p:cNvPr id="7172" name="Text Box 3">
            <a:extLst>
              <a:ext uri="{FF2B5EF4-FFF2-40B4-BE49-F238E27FC236}">
                <a16:creationId xmlns:a16="http://schemas.microsoft.com/office/drawing/2014/main" id="{33A1EE37-B6FA-0052-54CF-A38DD9DD55FA}"/>
              </a:ext>
            </a:extLst>
          </p:cNvPr>
          <p:cNvSpPr txBox="1">
            <a:spLocks noChangeArrowheads="1"/>
          </p:cNvSpPr>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fld id="{046932DF-BE2B-4644-8F3D-706AFAD4B822}" type="slidenum">
              <a:rPr lang="en-US" altLang="en-US" sz="1400"/>
              <a:pPr algn="r">
                <a:spcBef>
                  <a:spcPct val="0"/>
                </a:spcBef>
                <a:buClrTx/>
                <a:buFontTx/>
                <a:buNone/>
              </a:pPr>
              <a:t>3</a:t>
            </a:fld>
            <a:endParaRPr lang="en-US" altLang="en-US" sz="140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1">
            <a:extLst>
              <a:ext uri="{FF2B5EF4-FFF2-40B4-BE49-F238E27FC236}">
                <a16:creationId xmlns:a16="http://schemas.microsoft.com/office/drawing/2014/main" id="{F7DAF684-8516-23FC-C181-1B1A1F4C7853}"/>
              </a:ext>
            </a:extLst>
          </p:cNvPr>
          <p:cNvSpPr txBox="1">
            <a:spLocks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r>
              <a:rPr lang="en-AU" altLang="en-US" sz="4400" i="1" dirty="0"/>
              <a:t>Communication</a:t>
            </a:r>
          </a:p>
        </p:txBody>
      </p:sp>
      <p:sp>
        <p:nvSpPr>
          <p:cNvPr id="9219" name="Text Box 2">
            <a:extLst>
              <a:ext uri="{FF2B5EF4-FFF2-40B4-BE49-F238E27FC236}">
                <a16:creationId xmlns:a16="http://schemas.microsoft.com/office/drawing/2014/main" id="{910F62DE-85F3-C0B9-F26E-E01DF510F496}"/>
              </a:ext>
            </a:extLst>
          </p:cNvPr>
          <p:cNvSpPr txBox="1">
            <a:spLocks noChangeArrowheads="1"/>
          </p:cNvSpPr>
          <p:nvPr/>
        </p:nvSpPr>
        <p:spPr bwMode="auto">
          <a:xfrm>
            <a:off x="685800" y="1552575"/>
            <a:ext cx="7772400" cy="4895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8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3200">
                <a:solidFill>
                  <a:srgbClr val="000000"/>
                </a:solidFill>
                <a:latin typeface="Trebuchet MS" panose="020B0703020202090204" pitchFamily="34" charset="0"/>
                <a:ea typeface="ＭＳ Ｐゴシック" panose="020B0600070205080204" pitchFamily="34" charset="-128"/>
              </a:defRPr>
            </a:lvl1pPr>
            <a:lvl2pPr marL="741363" indent="-28416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9pPr>
          </a:lstStyle>
          <a:p>
            <a:pPr>
              <a:buClr>
                <a:srgbClr val="004080"/>
              </a:buClr>
              <a:buSzPct val="90000"/>
              <a:buFont typeface="Wingdings" pitchFamily="2" charset="2"/>
              <a:buChar char=""/>
            </a:pPr>
            <a:r>
              <a:rPr lang="en-AU" altLang="en-US" sz="2000" dirty="0"/>
              <a:t>OCC (official communication channel)</a:t>
            </a:r>
          </a:p>
          <a:p>
            <a:pPr lvl="1">
              <a:spcBef>
                <a:spcPts val="800"/>
              </a:spcBef>
              <a:buClr>
                <a:srgbClr val="004080"/>
              </a:buClr>
              <a:buSzPct val="90000"/>
              <a:buFont typeface="Wingdings" pitchFamily="2" charset="2"/>
              <a:buChar char=""/>
            </a:pPr>
            <a:r>
              <a:rPr lang="en-AU" altLang="en-US" sz="2000" dirty="0"/>
              <a:t>Official matters – you are responsible for checking it regularly</a:t>
            </a:r>
          </a:p>
          <a:p>
            <a:pPr lvl="1">
              <a:spcBef>
                <a:spcPts val="800"/>
              </a:spcBef>
              <a:buClr>
                <a:srgbClr val="004080"/>
              </a:buClr>
              <a:buSzPct val="90000"/>
              <a:buFont typeface="Wingdings" pitchFamily="2" charset="2"/>
              <a:buChar char=""/>
            </a:pPr>
            <a:r>
              <a:rPr lang="en-AU" altLang="en-US" sz="2000" dirty="0"/>
              <a:t>Deferred/Further assessments</a:t>
            </a:r>
          </a:p>
          <a:p>
            <a:pPr>
              <a:buClr>
                <a:srgbClr val="004080"/>
              </a:buClr>
              <a:buSzPct val="90000"/>
              <a:buFont typeface="Wingdings" pitchFamily="2" charset="2"/>
              <a:buChar char=""/>
            </a:pPr>
            <a:r>
              <a:rPr lang="en-AU" altLang="en-US" sz="2000" dirty="0"/>
              <a:t>Email (please use your </a:t>
            </a:r>
            <a:r>
              <a:rPr lang="en-AU" altLang="en-US" sz="2000" b="1" dirty="0">
                <a:solidFill>
                  <a:srgbClr val="FF0000"/>
                </a:solidFill>
              </a:rPr>
              <a:t>Curtin email</a:t>
            </a:r>
            <a:r>
              <a:rPr lang="en-AU" altLang="en-US" sz="2000" dirty="0"/>
              <a:t>) </a:t>
            </a:r>
          </a:p>
          <a:p>
            <a:pPr lvl="1">
              <a:spcBef>
                <a:spcPts val="800"/>
              </a:spcBef>
              <a:buClr>
                <a:srgbClr val="004080"/>
              </a:buClr>
              <a:buSzPct val="90000"/>
              <a:buFont typeface="Wingdings" pitchFamily="2" charset="2"/>
              <a:buChar char=""/>
            </a:pPr>
            <a:r>
              <a:rPr lang="en-AU" altLang="en-US" sz="2000" dirty="0"/>
              <a:t>private matters not suitable to discuss in public</a:t>
            </a:r>
          </a:p>
          <a:p>
            <a:pPr lvl="1">
              <a:spcBef>
                <a:spcPts val="800"/>
              </a:spcBef>
              <a:buClr>
                <a:srgbClr val="004080"/>
              </a:buClr>
              <a:buSzPct val="90000"/>
              <a:buFont typeface="Wingdings" pitchFamily="2" charset="2"/>
              <a:buChar char=""/>
            </a:pPr>
            <a:r>
              <a:rPr lang="en-AU" altLang="en-US" sz="2000" dirty="0"/>
              <a:t>write professionally and explain clearly (attachments, screenshots)</a:t>
            </a:r>
          </a:p>
          <a:p>
            <a:pPr lvl="1">
              <a:spcBef>
                <a:spcPts val="800"/>
              </a:spcBef>
              <a:buClr>
                <a:srgbClr val="004080"/>
              </a:buClr>
              <a:buSzPct val="90000"/>
              <a:buFont typeface="Wingdings" pitchFamily="2" charset="2"/>
              <a:buChar char=""/>
            </a:pPr>
            <a:r>
              <a:rPr lang="en-AU" altLang="en-US" sz="2000" dirty="0"/>
              <a:t>Always provide your </a:t>
            </a:r>
            <a:r>
              <a:rPr lang="en-AU" altLang="en-US" sz="2000" b="1" dirty="0"/>
              <a:t>student ID</a:t>
            </a:r>
            <a:r>
              <a:rPr lang="en-AU" altLang="en-US" sz="2000" dirty="0"/>
              <a:t> and which </a:t>
            </a:r>
            <a:r>
              <a:rPr lang="en-AU" altLang="en-US" sz="2000" b="1" dirty="0"/>
              <a:t>campus</a:t>
            </a:r>
            <a:r>
              <a:rPr lang="en-AU" altLang="en-US" sz="2000" dirty="0"/>
              <a:t> you are from</a:t>
            </a:r>
          </a:p>
          <a:p>
            <a:pPr>
              <a:buClr>
                <a:srgbClr val="004080"/>
              </a:buClr>
              <a:buSzPct val="90000"/>
              <a:buFont typeface="Wingdings" pitchFamily="2" charset="2"/>
              <a:buChar char=""/>
            </a:pPr>
            <a:r>
              <a:rPr lang="en-AU" altLang="en-US" sz="2000" dirty="0"/>
              <a:t>Discussion Board</a:t>
            </a:r>
          </a:p>
          <a:p>
            <a:pPr lvl="1">
              <a:spcBef>
                <a:spcPts val="800"/>
              </a:spcBef>
              <a:buClr>
                <a:srgbClr val="004080"/>
              </a:buClr>
              <a:buSzPct val="90000"/>
              <a:buFont typeface="Wingdings" pitchFamily="2" charset="2"/>
              <a:buChar char=""/>
            </a:pPr>
            <a:r>
              <a:rPr lang="en-AU" altLang="en-US" sz="2000" dirty="0"/>
              <a:t>General questions on data security</a:t>
            </a:r>
          </a:p>
          <a:p>
            <a:pPr lvl="1">
              <a:spcBef>
                <a:spcPts val="800"/>
              </a:spcBef>
              <a:buClr>
                <a:srgbClr val="004080"/>
              </a:buClr>
              <a:buSzPct val="90000"/>
              <a:buFont typeface="Wingdings" pitchFamily="2" charset="2"/>
              <a:buChar char=""/>
            </a:pPr>
            <a:r>
              <a:rPr lang="en-AU" altLang="en-US" sz="2000" dirty="0"/>
              <a:t>Not specific to you (others may wish to know too)</a:t>
            </a:r>
          </a:p>
        </p:txBody>
      </p:sp>
      <p:sp>
        <p:nvSpPr>
          <p:cNvPr id="9220" name="Text Box 3">
            <a:extLst>
              <a:ext uri="{FF2B5EF4-FFF2-40B4-BE49-F238E27FC236}">
                <a16:creationId xmlns:a16="http://schemas.microsoft.com/office/drawing/2014/main" id="{4DA63407-D3E9-97A8-648C-E626ED259D57}"/>
              </a:ext>
            </a:extLst>
          </p:cNvPr>
          <p:cNvSpPr txBox="1">
            <a:spLocks noChangeArrowheads="1"/>
          </p:cNvSpPr>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fld id="{44105B20-2664-1A4C-A64B-D8328530B59C}" type="slidenum">
              <a:rPr lang="en-US" altLang="en-US" sz="1400"/>
              <a:pPr algn="r">
                <a:spcBef>
                  <a:spcPct val="0"/>
                </a:spcBef>
                <a:buClrTx/>
                <a:buFontTx/>
                <a:buNone/>
              </a:pPr>
              <a:t>4</a:t>
            </a:fld>
            <a:endParaRPr lang="en-US" altLang="en-US" sz="140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1">
            <a:extLst>
              <a:ext uri="{FF2B5EF4-FFF2-40B4-BE49-F238E27FC236}">
                <a16:creationId xmlns:a16="http://schemas.microsoft.com/office/drawing/2014/main" id="{81A05E05-1678-365C-68C5-DB3141CB584E}"/>
              </a:ext>
            </a:extLst>
          </p:cNvPr>
          <p:cNvSpPr txBox="1">
            <a:spLocks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ctr">
              <a:spcBef>
                <a:spcPct val="0"/>
              </a:spcBef>
              <a:buClrTx/>
              <a:buFontTx/>
              <a:buNone/>
            </a:pPr>
            <a:r>
              <a:rPr lang="en-AU" altLang="en-US" sz="4400" i="1"/>
              <a:t>Communication</a:t>
            </a:r>
          </a:p>
        </p:txBody>
      </p:sp>
      <p:sp>
        <p:nvSpPr>
          <p:cNvPr id="11267" name="Text Box 3">
            <a:extLst>
              <a:ext uri="{FF2B5EF4-FFF2-40B4-BE49-F238E27FC236}">
                <a16:creationId xmlns:a16="http://schemas.microsoft.com/office/drawing/2014/main" id="{50D51685-9F52-CC71-34E4-63630982C518}"/>
              </a:ext>
            </a:extLst>
          </p:cNvPr>
          <p:cNvSpPr txBox="1">
            <a:spLocks noChangeArrowheads="1"/>
          </p:cNvSpPr>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ctr">
              <a:spcBef>
                <a:spcPct val="0"/>
              </a:spcBef>
              <a:buClrTx/>
              <a:buFontTx/>
              <a:buNone/>
            </a:pPr>
            <a:fld id="{20FDB045-CCC0-9546-A779-8545EA66B148}" type="slidenum">
              <a:rPr lang="en-US" altLang="en-US" sz="1400"/>
              <a:pPr algn="ctr">
                <a:spcBef>
                  <a:spcPct val="0"/>
                </a:spcBef>
                <a:buClrTx/>
                <a:buFontTx/>
                <a:buNone/>
              </a:pPr>
              <a:t>5</a:t>
            </a:fld>
            <a:endParaRPr lang="en-US" altLang="en-US" sz="1400"/>
          </a:p>
        </p:txBody>
      </p:sp>
      <p:pic>
        <p:nvPicPr>
          <p:cNvPr id="2" name="Picture 1">
            <a:extLst>
              <a:ext uri="{FF2B5EF4-FFF2-40B4-BE49-F238E27FC236}">
                <a16:creationId xmlns:a16="http://schemas.microsoft.com/office/drawing/2014/main" id="{53E53168-BA36-D94A-5D6F-60579BA87D92}"/>
              </a:ext>
            </a:extLst>
          </p:cNvPr>
          <p:cNvPicPr>
            <a:picLocks noChangeAspect="1"/>
          </p:cNvPicPr>
          <p:nvPr/>
        </p:nvPicPr>
        <p:blipFill>
          <a:blip r:embed="rId3"/>
          <a:stretch>
            <a:fillRect/>
          </a:stretch>
        </p:blipFill>
        <p:spPr>
          <a:xfrm>
            <a:off x="685800" y="2275754"/>
            <a:ext cx="7772400" cy="2306492"/>
          </a:xfrm>
          <a:prstGeom prst="rect">
            <a:avLst/>
          </a:prstGeom>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1">
            <a:extLst>
              <a:ext uri="{FF2B5EF4-FFF2-40B4-BE49-F238E27FC236}">
                <a16:creationId xmlns:a16="http://schemas.microsoft.com/office/drawing/2014/main" id="{DD18693B-EF41-2E9D-28F7-2A5B9F81E3AA}"/>
              </a:ext>
            </a:extLst>
          </p:cNvPr>
          <p:cNvSpPr txBox="1">
            <a:spLocks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r>
              <a:rPr lang="en-AU" altLang="en-US" sz="4400" i="1"/>
              <a:t>Communications</a:t>
            </a:r>
          </a:p>
        </p:txBody>
      </p:sp>
      <p:sp>
        <p:nvSpPr>
          <p:cNvPr id="13315" name="Text Box 3">
            <a:extLst>
              <a:ext uri="{FF2B5EF4-FFF2-40B4-BE49-F238E27FC236}">
                <a16:creationId xmlns:a16="http://schemas.microsoft.com/office/drawing/2014/main" id="{FF9E4660-6F36-0A1C-2C83-4FCFF6745AFC}"/>
              </a:ext>
            </a:extLst>
          </p:cNvPr>
          <p:cNvSpPr txBox="1">
            <a:spLocks noChangeArrowheads="1"/>
          </p:cNvSpPr>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fld id="{D8034EFA-5B5D-6544-94EF-9CA9C103A019}" type="slidenum">
              <a:rPr lang="en-US" altLang="en-US" sz="1400"/>
              <a:pPr algn="r">
                <a:spcBef>
                  <a:spcPct val="0"/>
                </a:spcBef>
                <a:buClrTx/>
                <a:buFontTx/>
                <a:buNone/>
              </a:pPr>
              <a:t>6</a:t>
            </a:fld>
            <a:endParaRPr lang="en-US" altLang="en-US" sz="1400"/>
          </a:p>
        </p:txBody>
      </p:sp>
      <p:sp>
        <p:nvSpPr>
          <p:cNvPr id="13317" name="TextBox 1">
            <a:extLst>
              <a:ext uri="{FF2B5EF4-FFF2-40B4-BE49-F238E27FC236}">
                <a16:creationId xmlns:a16="http://schemas.microsoft.com/office/drawing/2014/main" id="{98548C4E-64D5-E252-81CE-B925EC3BF971}"/>
              </a:ext>
            </a:extLst>
          </p:cNvPr>
          <p:cNvSpPr txBox="1">
            <a:spLocks noChangeArrowheads="1"/>
          </p:cNvSpPr>
          <p:nvPr/>
        </p:nvSpPr>
        <p:spPr bwMode="auto">
          <a:xfrm>
            <a:off x="6802438" y="4867275"/>
            <a:ext cx="143986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AU" altLang="en-US">
                <a:solidFill>
                  <a:srgbClr val="FF0000"/>
                </a:solidFill>
              </a:rPr>
              <a:t>Bad example</a:t>
            </a:r>
          </a:p>
        </p:txBody>
      </p:sp>
      <p:pic>
        <p:nvPicPr>
          <p:cNvPr id="2" name="Picture 1">
            <a:extLst>
              <a:ext uri="{FF2B5EF4-FFF2-40B4-BE49-F238E27FC236}">
                <a16:creationId xmlns:a16="http://schemas.microsoft.com/office/drawing/2014/main" id="{B2F1C744-7BF8-EF3A-5F70-262EFE80CBA3}"/>
              </a:ext>
            </a:extLst>
          </p:cNvPr>
          <p:cNvPicPr>
            <a:picLocks noChangeAspect="1"/>
          </p:cNvPicPr>
          <p:nvPr/>
        </p:nvPicPr>
        <p:blipFill>
          <a:blip r:embed="rId3"/>
          <a:stretch>
            <a:fillRect/>
          </a:stretch>
        </p:blipFill>
        <p:spPr>
          <a:xfrm>
            <a:off x="685800" y="2868664"/>
            <a:ext cx="7772400" cy="1120671"/>
          </a:xfrm>
          <a:prstGeom prst="rect">
            <a:avLst/>
          </a:prstGeom>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1">
            <a:extLst>
              <a:ext uri="{FF2B5EF4-FFF2-40B4-BE49-F238E27FC236}">
                <a16:creationId xmlns:a16="http://schemas.microsoft.com/office/drawing/2014/main" id="{CB665C6C-4A8D-B2A2-3E10-E54C9176F40B}"/>
              </a:ext>
            </a:extLst>
          </p:cNvPr>
          <p:cNvSpPr txBox="1">
            <a:spLocks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r>
              <a:rPr lang="en-AU" altLang="en-US" sz="4400" i="1"/>
              <a:t>Learning Activity</a:t>
            </a:r>
          </a:p>
        </p:txBody>
      </p:sp>
      <p:sp>
        <p:nvSpPr>
          <p:cNvPr id="15363" name="Text Box 2">
            <a:extLst>
              <a:ext uri="{FF2B5EF4-FFF2-40B4-BE49-F238E27FC236}">
                <a16:creationId xmlns:a16="http://schemas.microsoft.com/office/drawing/2014/main" id="{63279664-24E8-0D51-EF92-EFC635A122CA}"/>
              </a:ext>
            </a:extLst>
          </p:cNvPr>
          <p:cNvSpPr txBox="1">
            <a:spLocks noChangeArrowheads="1"/>
          </p:cNvSpPr>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8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3200">
                <a:solidFill>
                  <a:srgbClr val="000000"/>
                </a:solidFill>
                <a:latin typeface="Trebuchet MS" panose="020B0703020202090204" pitchFamily="34" charset="0"/>
                <a:ea typeface="ＭＳ Ｐゴシック" panose="020B0600070205080204" pitchFamily="34" charset="-128"/>
              </a:defRPr>
            </a:lvl1pPr>
            <a:lvl2pPr marL="741363" indent="-28416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9pPr>
          </a:lstStyle>
          <a:p>
            <a:pPr>
              <a:buClr>
                <a:srgbClr val="004080"/>
              </a:buClr>
              <a:buSzPct val="90000"/>
              <a:buFont typeface="Wingdings" pitchFamily="2" charset="2"/>
              <a:buChar char=""/>
            </a:pPr>
            <a:r>
              <a:rPr lang="en-US" altLang="zh-CN" dirty="0"/>
              <a:t>Wednesday</a:t>
            </a:r>
            <a:r>
              <a:rPr lang="en-AU" altLang="en-US" dirty="0"/>
              <a:t> lecture (workshop) </a:t>
            </a:r>
          </a:p>
          <a:p>
            <a:pPr lvl="1">
              <a:buClr>
                <a:srgbClr val="004080"/>
              </a:buClr>
              <a:buSzPct val="90000"/>
              <a:buFont typeface="Wingdings" pitchFamily="2" charset="2"/>
              <a:buChar char=""/>
            </a:pPr>
            <a:r>
              <a:rPr lang="en-AU" altLang="en-US" dirty="0"/>
              <a:t>Combined learning activities</a:t>
            </a:r>
          </a:p>
          <a:p>
            <a:pPr>
              <a:buClr>
                <a:srgbClr val="004080"/>
              </a:buClr>
              <a:buSzPct val="90000"/>
              <a:buFont typeface="Wingdings" pitchFamily="2" charset="2"/>
              <a:buChar char=""/>
            </a:pPr>
            <a:r>
              <a:rPr lang="en-AU" altLang="en-US" dirty="0"/>
              <a:t>Tutorials (seminars)</a:t>
            </a:r>
          </a:p>
          <a:p>
            <a:pPr lvl="1">
              <a:buClr>
                <a:srgbClr val="008040"/>
              </a:buClr>
              <a:buSzPct val="90000"/>
              <a:buFont typeface="Wingdings" pitchFamily="2" charset="2"/>
              <a:buChar char=""/>
            </a:pPr>
            <a:r>
              <a:rPr lang="en-AU" altLang="en-US" dirty="0"/>
              <a:t>Tutorial activity + Help</a:t>
            </a:r>
          </a:p>
          <a:p>
            <a:pPr lvl="1">
              <a:buClr>
                <a:srgbClr val="008040"/>
              </a:buClr>
              <a:buSzPct val="90000"/>
              <a:buFont typeface="Wingdings" pitchFamily="2" charset="2"/>
              <a:buChar char=""/>
            </a:pPr>
            <a:r>
              <a:rPr lang="en-AU" altLang="en-US" dirty="0"/>
              <a:t>Smaller class</a:t>
            </a:r>
          </a:p>
          <a:p>
            <a:pPr lvl="1">
              <a:buClr>
                <a:srgbClr val="008040"/>
              </a:buClr>
              <a:buSzPct val="90000"/>
              <a:buFont typeface="Wingdings" pitchFamily="2" charset="2"/>
              <a:buChar char=""/>
            </a:pPr>
            <a:r>
              <a:rPr lang="en-AU" altLang="en-US" dirty="0"/>
              <a:t>Teaching team: </a:t>
            </a:r>
            <a:r>
              <a:rPr lang="en-US" altLang="zh-CN" dirty="0" err="1"/>
              <a:t>Qian,Tan</a:t>
            </a:r>
            <a:endParaRPr lang="en-AU" altLang="en-US" dirty="0"/>
          </a:p>
          <a:p>
            <a:pPr lvl="1">
              <a:buClr>
                <a:srgbClr val="008040"/>
              </a:buClr>
              <a:buSzPct val="90000"/>
              <a:buFont typeface="Wingdings" pitchFamily="2" charset="2"/>
              <a:buNone/>
            </a:pPr>
            <a:endParaRPr lang="en-AU" altLang="en-US" dirty="0"/>
          </a:p>
          <a:p>
            <a:pPr>
              <a:buClrTx/>
              <a:buSzTx/>
              <a:buFontTx/>
              <a:buNone/>
            </a:pPr>
            <a:r>
              <a:rPr lang="en-AU" altLang="en-US" dirty="0"/>
              <a:t> </a:t>
            </a:r>
          </a:p>
          <a:p>
            <a:pPr lvl="1">
              <a:buClr>
                <a:srgbClr val="008040"/>
              </a:buClr>
              <a:buSzPct val="90000"/>
              <a:buFont typeface="Wingdings" pitchFamily="2" charset="2"/>
              <a:buNone/>
            </a:pPr>
            <a:endParaRPr lang="en-AU" altLang="en-US" dirty="0"/>
          </a:p>
        </p:txBody>
      </p:sp>
      <p:sp>
        <p:nvSpPr>
          <p:cNvPr id="15364" name="Text Box 3">
            <a:extLst>
              <a:ext uri="{FF2B5EF4-FFF2-40B4-BE49-F238E27FC236}">
                <a16:creationId xmlns:a16="http://schemas.microsoft.com/office/drawing/2014/main" id="{EADDD0CF-B06D-ADBA-F0CF-D24FFFFDC1CF}"/>
              </a:ext>
            </a:extLst>
          </p:cNvPr>
          <p:cNvSpPr txBox="1">
            <a:spLocks noChangeArrowheads="1"/>
          </p:cNvSpPr>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fld id="{FE9DFD6E-09EC-994B-822B-3A22866F1D4F}" type="slidenum">
              <a:rPr lang="en-US" altLang="en-US" sz="1400"/>
              <a:pPr algn="r">
                <a:spcBef>
                  <a:spcPct val="0"/>
                </a:spcBef>
                <a:buClrTx/>
                <a:buFontTx/>
                <a:buNone/>
              </a:pPr>
              <a:t>7</a:t>
            </a:fld>
            <a:endParaRPr lang="en-US" altLang="en-US" sz="140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1">
            <a:extLst>
              <a:ext uri="{FF2B5EF4-FFF2-40B4-BE49-F238E27FC236}">
                <a16:creationId xmlns:a16="http://schemas.microsoft.com/office/drawing/2014/main" id="{271A7ACA-D912-4428-1D06-008AEAF7951F}"/>
              </a:ext>
            </a:extLst>
          </p:cNvPr>
          <p:cNvSpPr txBox="1">
            <a:spLocks noChangeArrowheads="1"/>
          </p:cNvSpPr>
          <p:nvPr/>
        </p:nvSpPr>
        <p:spPr bwMode="auto">
          <a:xfrm>
            <a:off x="685800" y="25005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r>
              <a:rPr lang="en-AU" altLang="en-US" sz="4400" i="1" dirty="0"/>
              <a:t>Program Calendar</a:t>
            </a:r>
          </a:p>
        </p:txBody>
      </p:sp>
      <p:sp>
        <p:nvSpPr>
          <p:cNvPr id="13315" name="Text Box 2">
            <a:extLst>
              <a:ext uri="{FF2B5EF4-FFF2-40B4-BE49-F238E27FC236}">
                <a16:creationId xmlns:a16="http://schemas.microsoft.com/office/drawing/2014/main" id="{55DA0F5B-8F1A-2AD6-8043-B8B6D3C8EE72}"/>
              </a:ext>
            </a:extLst>
          </p:cNvPr>
          <p:cNvSpPr txBox="1">
            <a:spLocks noChangeArrowheads="1"/>
          </p:cNvSpPr>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8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3200">
                <a:solidFill>
                  <a:srgbClr val="000000"/>
                </a:solidFill>
                <a:latin typeface="Trebuchet MS" panose="020B0603020202020204" pitchFamily="34" charset="0"/>
                <a:ea typeface="ＭＳ Ｐゴシック" panose="020B0600070205080204" pitchFamily="34" charset="-128"/>
              </a:defRPr>
            </a:lvl1pPr>
            <a:lvl2pPr marL="741363" indent="-28416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Trebuchet MS" panose="020B0603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rebuchet MS" panose="020B0603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603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60302020202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60302020202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60302020202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60302020202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603020202020204" pitchFamily="34" charset="0"/>
                <a:ea typeface="ＭＳ Ｐゴシック" panose="020B0600070205080204" pitchFamily="34" charset="-128"/>
              </a:defRPr>
            </a:lvl9pPr>
          </a:lstStyle>
          <a:p>
            <a:pPr marL="457200" lvl="1" indent="0">
              <a:buClr>
                <a:srgbClr val="004080"/>
              </a:buClr>
              <a:buSzPct val="90000"/>
              <a:defRPr/>
            </a:pPr>
            <a:endParaRPr lang="en-AU" altLang="en-US" dirty="0"/>
          </a:p>
          <a:p>
            <a:pPr lvl="1">
              <a:buClr>
                <a:srgbClr val="008040"/>
              </a:buClr>
              <a:buSzPct val="90000"/>
              <a:buFont typeface="Wingdings" panose="05000000000000000000" pitchFamily="2" charset="2"/>
              <a:buNone/>
              <a:defRPr/>
            </a:pPr>
            <a:endParaRPr lang="en-AU" altLang="en-US" dirty="0"/>
          </a:p>
          <a:p>
            <a:pPr>
              <a:buClrTx/>
              <a:buSzTx/>
              <a:buFontTx/>
              <a:buNone/>
              <a:defRPr/>
            </a:pPr>
            <a:r>
              <a:rPr lang="en-AU" altLang="en-US" dirty="0"/>
              <a:t> </a:t>
            </a:r>
          </a:p>
          <a:p>
            <a:pPr lvl="1">
              <a:buClr>
                <a:srgbClr val="008040"/>
              </a:buClr>
              <a:buSzPct val="90000"/>
              <a:buFont typeface="Wingdings" panose="05000000000000000000" pitchFamily="2" charset="2"/>
              <a:buNone/>
              <a:defRPr/>
            </a:pPr>
            <a:endParaRPr lang="en-AU" altLang="en-US" dirty="0"/>
          </a:p>
        </p:txBody>
      </p:sp>
      <p:sp>
        <p:nvSpPr>
          <p:cNvPr id="19460" name="Text Box 3">
            <a:extLst>
              <a:ext uri="{FF2B5EF4-FFF2-40B4-BE49-F238E27FC236}">
                <a16:creationId xmlns:a16="http://schemas.microsoft.com/office/drawing/2014/main" id="{E1273C9A-5668-C6D0-6FDC-E94338924BC5}"/>
              </a:ext>
            </a:extLst>
          </p:cNvPr>
          <p:cNvSpPr txBox="1">
            <a:spLocks noChangeArrowheads="1"/>
          </p:cNvSpPr>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fld id="{2C1CCECB-98B1-8546-BD27-222ECD261E82}" type="slidenum">
              <a:rPr lang="en-US" altLang="en-US" sz="1400"/>
              <a:pPr algn="r">
                <a:spcBef>
                  <a:spcPct val="0"/>
                </a:spcBef>
                <a:buClrTx/>
                <a:buFontTx/>
                <a:buNone/>
              </a:pPr>
              <a:t>8</a:t>
            </a:fld>
            <a:endParaRPr lang="en-US" altLang="en-US" sz="1400"/>
          </a:p>
        </p:txBody>
      </p:sp>
      <p:pic>
        <p:nvPicPr>
          <p:cNvPr id="2" name="Picture 1">
            <a:extLst>
              <a:ext uri="{FF2B5EF4-FFF2-40B4-BE49-F238E27FC236}">
                <a16:creationId xmlns:a16="http://schemas.microsoft.com/office/drawing/2014/main" id="{FE7D05EF-F2B0-6359-973E-1EEE8DAFD420}"/>
              </a:ext>
            </a:extLst>
          </p:cNvPr>
          <p:cNvPicPr>
            <a:picLocks noChangeAspect="1"/>
          </p:cNvPicPr>
          <p:nvPr/>
        </p:nvPicPr>
        <p:blipFill>
          <a:blip r:embed="rId3"/>
          <a:stretch>
            <a:fillRect/>
          </a:stretch>
        </p:blipFill>
        <p:spPr>
          <a:xfrm>
            <a:off x="2771800" y="1196007"/>
            <a:ext cx="4392488" cy="5661993"/>
          </a:xfrm>
          <a:prstGeom prst="rect">
            <a:avLst/>
          </a:prstGeom>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Oval Callout 2">
            <a:extLst>
              <a:ext uri="{FF2B5EF4-FFF2-40B4-BE49-F238E27FC236}">
                <a16:creationId xmlns:a16="http://schemas.microsoft.com/office/drawing/2014/main" id="{66FB6EFA-398B-9076-E03F-D363BD4FA4AD}"/>
              </a:ext>
            </a:extLst>
          </p:cNvPr>
          <p:cNvSpPr>
            <a:spLocks noChangeArrowheads="1"/>
          </p:cNvSpPr>
          <p:nvPr/>
        </p:nvSpPr>
        <p:spPr bwMode="auto">
          <a:xfrm>
            <a:off x="6634562" y="3212976"/>
            <a:ext cx="2520950" cy="2108200"/>
          </a:xfrm>
          <a:prstGeom prst="wedgeEllipseCallout">
            <a:avLst>
              <a:gd name="adj1" fmla="val -20833"/>
              <a:gd name="adj2" fmla="val 62500"/>
            </a:avLst>
          </a:prstGeom>
          <a:solidFill>
            <a:schemeClr val="bg1"/>
          </a:solidFill>
          <a:ln w="9525" algn="ctr">
            <a:solidFill>
              <a:schemeClr val="tx1"/>
            </a:solidFill>
            <a:round/>
            <a:headEnd/>
            <a:tailEnd/>
          </a:ln>
        </p:spPr>
        <p:txBody>
          <a:bodyPr/>
          <a:lstStyle/>
          <a:p>
            <a:pPr>
              <a:buClr>
                <a:srgbClr val="000000"/>
              </a:buClr>
              <a:buSzPct val="100000"/>
              <a:buFont typeface="Times New Roman" panose="02020603050405020304" pitchFamily="18" charset="0"/>
              <a:buNone/>
            </a:pPr>
            <a:endParaRPr lang="en-AU" altLang="en-US"/>
          </a:p>
        </p:txBody>
      </p:sp>
      <p:sp>
        <p:nvSpPr>
          <p:cNvPr id="21507" name="Text Box 1">
            <a:extLst>
              <a:ext uri="{FF2B5EF4-FFF2-40B4-BE49-F238E27FC236}">
                <a16:creationId xmlns:a16="http://schemas.microsoft.com/office/drawing/2014/main" id="{EF0FE4E0-0A7F-EF87-F336-8ABC0181BAF1}"/>
              </a:ext>
            </a:extLst>
          </p:cNvPr>
          <p:cNvSpPr txBox="1">
            <a:spLocks noChangeArrowheads="1"/>
          </p:cNvSpPr>
          <p:nvPr/>
        </p:nvSpPr>
        <p:spPr bwMode="auto">
          <a:xfrm>
            <a:off x="611560" y="434099"/>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r>
              <a:rPr lang="en-AU" altLang="en-US" sz="4400" i="1"/>
              <a:t>Assessment Schedule</a:t>
            </a:r>
          </a:p>
        </p:txBody>
      </p:sp>
      <p:sp>
        <p:nvSpPr>
          <p:cNvPr id="21508" name="Text Box 2">
            <a:extLst>
              <a:ext uri="{FF2B5EF4-FFF2-40B4-BE49-F238E27FC236}">
                <a16:creationId xmlns:a16="http://schemas.microsoft.com/office/drawing/2014/main" id="{90046F3A-C78B-27DE-EB24-3A6676CDEF56}"/>
              </a:ext>
            </a:extLst>
          </p:cNvPr>
          <p:cNvSpPr txBox="1">
            <a:spLocks noChangeArrowheads="1"/>
          </p:cNvSpPr>
          <p:nvPr/>
        </p:nvSpPr>
        <p:spPr bwMode="auto">
          <a:xfrm>
            <a:off x="466428" y="1772816"/>
            <a:ext cx="8062664"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8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3200">
                <a:solidFill>
                  <a:srgbClr val="000000"/>
                </a:solidFill>
                <a:latin typeface="Trebuchet MS" panose="020B0703020202090204" pitchFamily="34" charset="0"/>
                <a:ea typeface="ＭＳ Ｐゴシック" panose="020B0600070205080204" pitchFamily="34" charset="-128"/>
              </a:defRPr>
            </a:lvl1pPr>
            <a:lvl2pPr marL="741363" indent="-28416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9pPr>
          </a:lstStyle>
          <a:p>
            <a:pPr>
              <a:buClr>
                <a:srgbClr val="004080"/>
              </a:buClr>
              <a:buSzPct val="90000"/>
              <a:buFont typeface="Wingdings" pitchFamily="2" charset="2"/>
              <a:buChar char=""/>
            </a:pPr>
            <a:r>
              <a:rPr lang="en-AU" sz="2400" dirty="0"/>
              <a:t>Test 1/Mid-Semester Test</a:t>
            </a:r>
          </a:p>
          <a:p>
            <a:pPr lvl="1">
              <a:buClr>
                <a:srgbClr val="008040"/>
              </a:buClr>
              <a:buSzPct val="90000"/>
              <a:buFont typeface="Wingdings" pitchFamily="2" charset="2"/>
              <a:buChar char=""/>
            </a:pPr>
            <a:r>
              <a:rPr lang="en-AU" sz="2400" dirty="0"/>
              <a:t>Date &amp; Time: </a:t>
            </a:r>
            <a:r>
              <a:rPr lang="en-US" altLang="zh-CN" sz="2400" dirty="0"/>
              <a:t>6</a:t>
            </a:r>
            <a:r>
              <a:rPr lang="en-AU" sz="2400" dirty="0"/>
              <a:t>:00 pm</a:t>
            </a:r>
            <a:r>
              <a:rPr lang="en-US" altLang="zh-CN" sz="2400" dirty="0"/>
              <a:t>,</a:t>
            </a:r>
            <a:r>
              <a:rPr lang="en-AU" sz="2400" dirty="0"/>
              <a:t>Wednesday, </a:t>
            </a:r>
            <a:r>
              <a:rPr lang="en-US" altLang="zh-CN" sz="2400" dirty="0"/>
              <a:t>27</a:t>
            </a:r>
            <a:r>
              <a:rPr lang="en-US" altLang="zh-CN" sz="2400" baseline="30000" dirty="0"/>
              <a:t>th</a:t>
            </a:r>
            <a:r>
              <a:rPr lang="zh-CN" altLang="en-US" sz="2400" dirty="0"/>
              <a:t> </a:t>
            </a:r>
            <a:r>
              <a:rPr lang="en-US" altLang="zh-CN" sz="2400" dirty="0"/>
              <a:t>August</a:t>
            </a:r>
            <a:r>
              <a:rPr lang="en-AU" sz="2400" dirty="0"/>
              <a:t> (Week 6)</a:t>
            </a:r>
          </a:p>
          <a:p>
            <a:pPr lvl="1">
              <a:buClr>
                <a:srgbClr val="008040"/>
              </a:buClr>
              <a:buSzPct val="90000"/>
              <a:buFont typeface="Wingdings" pitchFamily="2" charset="2"/>
              <a:buChar char=""/>
            </a:pPr>
            <a:r>
              <a:rPr lang="en-AU" sz="2400" dirty="0"/>
              <a:t>Venue: To be announced (possibly multiple venues)</a:t>
            </a:r>
          </a:p>
          <a:p>
            <a:pPr lvl="1">
              <a:buClr>
                <a:srgbClr val="008040"/>
              </a:buClr>
              <a:buSzPct val="90000"/>
              <a:buFont typeface="Wingdings" pitchFamily="2" charset="2"/>
              <a:buChar char=""/>
            </a:pPr>
            <a:r>
              <a:rPr lang="en-AU" sz="2400" dirty="0"/>
              <a:t>Topics: Security Systems + Ethics</a:t>
            </a:r>
          </a:p>
          <a:p>
            <a:pPr lvl="1">
              <a:buClr>
                <a:srgbClr val="008040"/>
              </a:buClr>
              <a:buSzPct val="90000"/>
              <a:buFont typeface="Wingdings" pitchFamily="2" charset="2"/>
              <a:buChar char=""/>
            </a:pPr>
            <a:r>
              <a:rPr lang="en-AU" sz="2400" dirty="0"/>
              <a:t>Who: ISEC2001 &amp; ISEC5006 students</a:t>
            </a:r>
          </a:p>
          <a:p>
            <a:pPr lvl="1">
              <a:buClr>
                <a:srgbClr val="008040"/>
              </a:buClr>
              <a:buSzPct val="90000"/>
              <a:buFont typeface="Wingdings" pitchFamily="2" charset="2"/>
              <a:buChar char=""/>
            </a:pPr>
            <a:r>
              <a:rPr lang="en-AU" sz="2400" dirty="0"/>
              <a:t>Weighting: 30% of the unit mark</a:t>
            </a:r>
          </a:p>
          <a:p>
            <a:pPr lvl="1">
              <a:buClr>
                <a:srgbClr val="008040"/>
              </a:buClr>
              <a:buSzPct val="90000"/>
              <a:buFont typeface="Wingdings" pitchFamily="2" charset="2"/>
              <a:buChar char=""/>
            </a:pPr>
            <a:r>
              <a:rPr lang="en-AU" sz="2400" dirty="0"/>
              <a:t>Format: </a:t>
            </a:r>
            <a:r>
              <a:rPr lang="en-US" altLang="zh-CN" sz="2400" dirty="0"/>
              <a:t>Open-book,</a:t>
            </a:r>
            <a:r>
              <a:rPr lang="zh-CN" altLang="en-US" sz="2400" dirty="0"/>
              <a:t> </a:t>
            </a:r>
            <a:r>
              <a:rPr lang="en-US" altLang="zh-CN" sz="2400" dirty="0"/>
              <a:t>h</a:t>
            </a:r>
            <a:r>
              <a:rPr lang="en-AU" sz="2400" dirty="0" err="1"/>
              <a:t>ard</a:t>
            </a:r>
            <a:r>
              <a:rPr lang="en-AU" sz="2400" dirty="0"/>
              <a:t>-copy paper test</a:t>
            </a:r>
          </a:p>
        </p:txBody>
      </p:sp>
      <p:sp>
        <p:nvSpPr>
          <p:cNvPr id="21509" name="Text Box 3">
            <a:extLst>
              <a:ext uri="{FF2B5EF4-FFF2-40B4-BE49-F238E27FC236}">
                <a16:creationId xmlns:a16="http://schemas.microsoft.com/office/drawing/2014/main" id="{F20FB68A-789C-9F9A-DCED-795044959C28}"/>
              </a:ext>
            </a:extLst>
          </p:cNvPr>
          <p:cNvSpPr txBox="1">
            <a:spLocks noChangeArrowheads="1"/>
          </p:cNvSpPr>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fld id="{0418956E-AD1E-6940-8CE9-AD6C5487B3A2}" type="slidenum">
              <a:rPr lang="en-US" altLang="en-US" sz="1400"/>
              <a:pPr algn="r">
                <a:spcBef>
                  <a:spcPct val="0"/>
                </a:spcBef>
                <a:buClrTx/>
                <a:buFontTx/>
                <a:buNone/>
              </a:pPr>
              <a:t>9</a:t>
            </a:fld>
            <a:endParaRPr lang="en-US" altLang="en-US" sz="1400"/>
          </a:p>
        </p:txBody>
      </p:sp>
      <p:sp>
        <p:nvSpPr>
          <p:cNvPr id="21510" name="TextBox 1">
            <a:extLst>
              <a:ext uri="{FF2B5EF4-FFF2-40B4-BE49-F238E27FC236}">
                <a16:creationId xmlns:a16="http://schemas.microsoft.com/office/drawing/2014/main" id="{806CB7B6-F299-27F3-0BFF-F129413575ED}"/>
              </a:ext>
            </a:extLst>
          </p:cNvPr>
          <p:cNvSpPr txBox="1">
            <a:spLocks noChangeArrowheads="1"/>
          </p:cNvSpPr>
          <p:nvPr/>
        </p:nvSpPr>
        <p:spPr bwMode="auto">
          <a:xfrm>
            <a:off x="6792831" y="3625725"/>
            <a:ext cx="23764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AU" altLang="en-US" dirty="0">
                <a:solidFill>
                  <a:srgbClr val="00B050"/>
                </a:solidFill>
              </a:rPr>
              <a:t>Note: Plan only,</a:t>
            </a:r>
          </a:p>
          <a:p>
            <a:pPr algn="ctr"/>
            <a:r>
              <a:rPr lang="en-AU" altLang="en-US" dirty="0">
                <a:solidFill>
                  <a:srgbClr val="00B050"/>
                </a:solidFill>
              </a:rPr>
              <a:t>things may change!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1">
            <a:extLst>
              <a:ext uri="{FF2B5EF4-FFF2-40B4-BE49-F238E27FC236}">
                <a16:creationId xmlns:a16="http://schemas.microsoft.com/office/drawing/2014/main" id="{009BDD22-63F9-346E-0B80-391F082DCF67}"/>
              </a:ext>
            </a:extLst>
          </p:cNvPr>
          <p:cNvSpPr txBox="1">
            <a:spLocks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r>
              <a:rPr lang="en-AU" altLang="en-US" sz="4400" i="1"/>
              <a:t>Assessment Schedule</a:t>
            </a:r>
          </a:p>
        </p:txBody>
      </p:sp>
      <p:sp>
        <p:nvSpPr>
          <p:cNvPr id="23555" name="Text Box 2">
            <a:extLst>
              <a:ext uri="{FF2B5EF4-FFF2-40B4-BE49-F238E27FC236}">
                <a16:creationId xmlns:a16="http://schemas.microsoft.com/office/drawing/2014/main" id="{3E502C17-C2B7-A7F1-BD4D-03C40E6EF2BB}"/>
              </a:ext>
            </a:extLst>
          </p:cNvPr>
          <p:cNvSpPr txBox="1">
            <a:spLocks noChangeArrowheads="1"/>
          </p:cNvSpPr>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8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3200">
                <a:solidFill>
                  <a:srgbClr val="000000"/>
                </a:solidFill>
                <a:latin typeface="Trebuchet MS" panose="020B0703020202090204" pitchFamily="34" charset="0"/>
                <a:ea typeface="ＭＳ Ｐゴシック" panose="020B0600070205080204" pitchFamily="34" charset="-128"/>
              </a:defRPr>
            </a:lvl1pPr>
            <a:lvl2pPr marL="741363" indent="-28416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9pPr>
          </a:lstStyle>
          <a:p>
            <a:pPr>
              <a:buClr>
                <a:srgbClr val="004080"/>
              </a:buClr>
              <a:buSzPct val="90000"/>
              <a:buFont typeface="Wingdings" pitchFamily="2" charset="2"/>
              <a:buChar char=""/>
            </a:pPr>
            <a:r>
              <a:rPr lang="en-AU" altLang="en-US" sz="2400" dirty="0"/>
              <a:t>Test 2 (ISEC2001 Only)</a:t>
            </a:r>
          </a:p>
          <a:p>
            <a:pPr lvl="1">
              <a:buClr>
                <a:srgbClr val="008040"/>
              </a:buClr>
              <a:buSzPct val="90000"/>
              <a:buFont typeface="Wingdings" pitchFamily="2" charset="2"/>
              <a:buChar char=""/>
            </a:pPr>
            <a:r>
              <a:rPr lang="en-AU" altLang="en-US" sz="2400" dirty="0"/>
              <a:t>Date &amp; Time: </a:t>
            </a:r>
            <a:r>
              <a:rPr lang="en-US" altLang="zh-CN" sz="2400" dirty="0"/>
              <a:t>6</a:t>
            </a:r>
            <a:r>
              <a:rPr lang="en-AU" altLang="en-US" sz="2400" dirty="0"/>
              <a:t>:00 </a:t>
            </a:r>
            <a:r>
              <a:rPr lang="en-US" altLang="zh-CN" sz="2400" dirty="0"/>
              <a:t>pm,</a:t>
            </a:r>
            <a:r>
              <a:rPr lang="en-AU" altLang="en-US" sz="2400" dirty="0"/>
              <a:t>Wednesday, </a:t>
            </a:r>
            <a:r>
              <a:rPr lang="en-US" altLang="zh-CN" sz="2400" dirty="0"/>
              <a:t>1</a:t>
            </a:r>
            <a:r>
              <a:rPr lang="en-AU" altLang="en-US" sz="2400" dirty="0"/>
              <a:t> </a:t>
            </a:r>
            <a:r>
              <a:rPr lang="en-US" altLang="zh-CN" sz="2400" dirty="0"/>
              <a:t>Oct</a:t>
            </a:r>
            <a:r>
              <a:rPr lang="en-AU" altLang="en-US" sz="2400" dirty="0"/>
              <a:t> (Semester Week 11 / Teaching Week 10)</a:t>
            </a:r>
          </a:p>
          <a:p>
            <a:pPr lvl="1">
              <a:buClr>
                <a:srgbClr val="008040"/>
              </a:buClr>
              <a:buSzPct val="90000"/>
              <a:buFont typeface="Wingdings" pitchFamily="2" charset="2"/>
              <a:buChar char=""/>
            </a:pPr>
            <a:r>
              <a:rPr lang="en-AU" altLang="en-US" sz="2400" dirty="0"/>
              <a:t>Venue: To be announced (possibly multiple venues)</a:t>
            </a:r>
          </a:p>
          <a:p>
            <a:pPr lvl="1">
              <a:buClr>
                <a:srgbClr val="008040"/>
              </a:buClr>
              <a:buSzPct val="90000"/>
              <a:buFont typeface="Wingdings" pitchFamily="2" charset="2"/>
              <a:buChar char=""/>
            </a:pPr>
            <a:r>
              <a:rPr lang="en-AU" altLang="en-US" sz="2400" dirty="0"/>
              <a:t>Topics: Security Controls + BC1</a:t>
            </a:r>
          </a:p>
          <a:p>
            <a:pPr lvl="1">
              <a:buClr>
                <a:srgbClr val="008040"/>
              </a:buClr>
              <a:buSzPct val="90000"/>
              <a:buFont typeface="Wingdings" pitchFamily="2" charset="2"/>
              <a:buChar char=""/>
            </a:pPr>
            <a:r>
              <a:rPr lang="en-AU" altLang="en-US" sz="2400" dirty="0"/>
              <a:t>Weighting: 30% of the unit mark</a:t>
            </a:r>
          </a:p>
          <a:p>
            <a:pPr lvl="1">
              <a:buClr>
                <a:srgbClr val="008040"/>
              </a:buClr>
              <a:buSzPct val="90000"/>
              <a:buFont typeface="Wingdings" pitchFamily="2" charset="2"/>
              <a:buChar char=""/>
            </a:pPr>
            <a:r>
              <a:rPr lang="en-AU" sz="2400" dirty="0"/>
              <a:t>Format: </a:t>
            </a:r>
            <a:r>
              <a:rPr lang="en-US" altLang="zh-CN" sz="2400" dirty="0"/>
              <a:t>Open-book,</a:t>
            </a:r>
            <a:r>
              <a:rPr lang="zh-CN" altLang="en-US" sz="2400" dirty="0"/>
              <a:t> </a:t>
            </a:r>
            <a:r>
              <a:rPr lang="en-US" altLang="zh-CN" sz="2400" dirty="0"/>
              <a:t>h</a:t>
            </a:r>
            <a:r>
              <a:rPr lang="en-AU" sz="2400" dirty="0" err="1"/>
              <a:t>ard</a:t>
            </a:r>
            <a:r>
              <a:rPr lang="en-AU" sz="2400" dirty="0"/>
              <a:t>-copy paper test</a:t>
            </a:r>
          </a:p>
        </p:txBody>
      </p:sp>
      <p:sp>
        <p:nvSpPr>
          <p:cNvPr id="23556" name="Text Box 3">
            <a:extLst>
              <a:ext uri="{FF2B5EF4-FFF2-40B4-BE49-F238E27FC236}">
                <a16:creationId xmlns:a16="http://schemas.microsoft.com/office/drawing/2014/main" id="{1575A6E3-C5E2-AFC1-1239-A3B285AD1138}"/>
              </a:ext>
            </a:extLst>
          </p:cNvPr>
          <p:cNvSpPr txBox="1">
            <a:spLocks noChangeArrowheads="1"/>
          </p:cNvSpPr>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fld id="{30D3DE12-9945-7A4A-948F-14FEDC93043C}" type="slidenum">
              <a:rPr lang="en-US" altLang="en-US" sz="1400"/>
              <a:pPr algn="r">
                <a:spcBef>
                  <a:spcPct val="0"/>
                </a:spcBef>
                <a:buClrTx/>
                <a:buFontTx/>
                <a:buNone/>
              </a:pPr>
              <a:t>10</a:t>
            </a:fld>
            <a:endParaRPr lang="en-US" altLang="en-US" sz="1400"/>
          </a:p>
        </p:txBody>
      </p:sp>
      <p:sp>
        <p:nvSpPr>
          <p:cNvPr id="23557" name="Oval Callout 4">
            <a:extLst>
              <a:ext uri="{FF2B5EF4-FFF2-40B4-BE49-F238E27FC236}">
                <a16:creationId xmlns:a16="http://schemas.microsoft.com/office/drawing/2014/main" id="{0B863014-D7A2-14BD-8C86-22230BA4D574}"/>
              </a:ext>
            </a:extLst>
          </p:cNvPr>
          <p:cNvSpPr>
            <a:spLocks noChangeArrowheads="1"/>
          </p:cNvSpPr>
          <p:nvPr/>
        </p:nvSpPr>
        <p:spPr bwMode="auto">
          <a:xfrm>
            <a:off x="6553200" y="3861048"/>
            <a:ext cx="2520950" cy="2108200"/>
          </a:xfrm>
          <a:prstGeom prst="wedgeEllipseCallout">
            <a:avLst>
              <a:gd name="adj1" fmla="val -20833"/>
              <a:gd name="adj2" fmla="val 62500"/>
            </a:avLst>
          </a:prstGeom>
          <a:solidFill>
            <a:schemeClr val="bg1"/>
          </a:solidFill>
          <a:ln w="9525" algn="ctr">
            <a:solidFill>
              <a:schemeClr val="tx1"/>
            </a:solidFill>
            <a:round/>
            <a:headEnd/>
            <a:tailEnd/>
          </a:ln>
        </p:spPr>
        <p:txBody>
          <a:bodyPr/>
          <a:lstStyle/>
          <a:p>
            <a:pPr>
              <a:buClr>
                <a:srgbClr val="000000"/>
              </a:buClr>
              <a:buSzPct val="100000"/>
              <a:buFont typeface="Times New Roman" panose="02020603050405020304" pitchFamily="18" charset="0"/>
              <a:buNone/>
            </a:pPr>
            <a:endParaRPr lang="en-AU" altLang="en-US"/>
          </a:p>
        </p:txBody>
      </p:sp>
      <p:sp>
        <p:nvSpPr>
          <p:cNvPr id="23558" name="TextBox 5">
            <a:extLst>
              <a:ext uri="{FF2B5EF4-FFF2-40B4-BE49-F238E27FC236}">
                <a16:creationId xmlns:a16="http://schemas.microsoft.com/office/drawing/2014/main" id="{3D077692-2EA6-04AA-E788-FF13EF82BD69}"/>
              </a:ext>
            </a:extLst>
          </p:cNvPr>
          <p:cNvSpPr txBox="1">
            <a:spLocks noChangeArrowheads="1"/>
          </p:cNvSpPr>
          <p:nvPr/>
        </p:nvSpPr>
        <p:spPr bwMode="auto">
          <a:xfrm>
            <a:off x="6535738" y="4315073"/>
            <a:ext cx="23764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AU" altLang="en-US">
                <a:solidFill>
                  <a:srgbClr val="00B050"/>
                </a:solidFill>
              </a:rPr>
              <a:t>Note: Plan only,</a:t>
            </a:r>
          </a:p>
          <a:p>
            <a:pPr algn="ctr"/>
            <a:r>
              <a:rPr lang="en-AU" altLang="en-US">
                <a:solidFill>
                  <a:srgbClr val="00B050"/>
                </a:solidFill>
              </a:rPr>
              <a:t>things may change!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1">
            <a:extLst>
              <a:ext uri="{FF2B5EF4-FFF2-40B4-BE49-F238E27FC236}">
                <a16:creationId xmlns:a16="http://schemas.microsoft.com/office/drawing/2014/main" id="{8013743D-64C1-F8CE-B191-461E08E1277B}"/>
              </a:ext>
            </a:extLst>
          </p:cNvPr>
          <p:cNvSpPr txBox="1">
            <a:spLocks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r>
              <a:rPr lang="en-AU" altLang="en-US" sz="4400" i="1" dirty="0"/>
              <a:t>Assessment Schedule</a:t>
            </a:r>
          </a:p>
        </p:txBody>
      </p:sp>
      <p:sp>
        <p:nvSpPr>
          <p:cNvPr id="25603" name="Text Box 2">
            <a:extLst>
              <a:ext uri="{FF2B5EF4-FFF2-40B4-BE49-F238E27FC236}">
                <a16:creationId xmlns:a16="http://schemas.microsoft.com/office/drawing/2014/main" id="{A0E4F608-80B0-7469-A2CE-F8759F277A55}"/>
              </a:ext>
            </a:extLst>
          </p:cNvPr>
          <p:cNvSpPr txBox="1">
            <a:spLocks noChangeArrowheads="1"/>
          </p:cNvSpPr>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8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3200">
                <a:solidFill>
                  <a:srgbClr val="000000"/>
                </a:solidFill>
                <a:latin typeface="Trebuchet MS" panose="020B0703020202090204" pitchFamily="34" charset="0"/>
                <a:ea typeface="ＭＳ Ｐゴシック" panose="020B0600070205080204" pitchFamily="34" charset="-128"/>
              </a:defRPr>
            </a:lvl1pPr>
            <a:lvl2pPr marL="741363" indent="-28416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9pPr>
          </a:lstStyle>
          <a:p>
            <a:pPr>
              <a:buClr>
                <a:srgbClr val="004080"/>
              </a:buClr>
              <a:buSzPct val="90000"/>
              <a:buFont typeface="Wingdings" pitchFamily="2" charset="2"/>
              <a:buChar char=""/>
            </a:pPr>
            <a:r>
              <a:rPr lang="en-AU" altLang="en-US" sz="2400" dirty="0"/>
              <a:t>Assignment (only ISEC5006 students)</a:t>
            </a:r>
          </a:p>
          <a:p>
            <a:pPr lvl="1">
              <a:buClr>
                <a:srgbClr val="008040"/>
              </a:buClr>
              <a:buSzPct val="90000"/>
              <a:buFont typeface="Wingdings" pitchFamily="2" charset="2"/>
              <a:buChar char=""/>
            </a:pPr>
            <a:r>
              <a:rPr lang="en-AU" altLang="en-US" sz="2400" dirty="0"/>
              <a:t>Due: </a:t>
            </a:r>
            <a:r>
              <a:rPr lang="en-US" altLang="zh-CN" sz="2400" b="1" dirty="0"/>
              <a:t>Sunday</a:t>
            </a:r>
            <a:r>
              <a:rPr lang="en-AU" altLang="en-US" sz="2400" b="1" dirty="0"/>
              <a:t> </a:t>
            </a:r>
            <a:r>
              <a:rPr lang="en-US" altLang="zh-CN" sz="2400" b="1" dirty="0"/>
              <a:t>5</a:t>
            </a:r>
            <a:r>
              <a:rPr lang="en-AU" altLang="en-US" sz="2400" b="1" dirty="0"/>
              <a:t>-</a:t>
            </a:r>
            <a:r>
              <a:rPr lang="en-US" altLang="zh-CN" sz="2400" b="1" dirty="0"/>
              <a:t>Oct </a:t>
            </a:r>
            <a:r>
              <a:rPr lang="en-AU" altLang="en-US" sz="2400" b="1" dirty="0"/>
              <a:t>-</a:t>
            </a:r>
            <a:r>
              <a:rPr lang="en-US" altLang="zh-CN" sz="2400" b="1" dirty="0"/>
              <a:t>2025</a:t>
            </a:r>
            <a:r>
              <a:rPr lang="zh-CN" altLang="en-US" sz="2400" b="1" dirty="0"/>
              <a:t> </a:t>
            </a:r>
            <a:r>
              <a:rPr lang="en-AU" altLang="en-US" sz="2400" b="1" dirty="0"/>
              <a:t>(mid-day – strict deadline)</a:t>
            </a:r>
          </a:p>
          <a:p>
            <a:pPr lvl="1">
              <a:buClr>
                <a:srgbClr val="008040"/>
              </a:buClr>
              <a:buSzPct val="90000"/>
              <a:buFont typeface="Wingdings" pitchFamily="2" charset="2"/>
              <a:buChar char=""/>
            </a:pPr>
            <a:r>
              <a:rPr lang="en-AU" altLang="en-US" sz="2400" dirty="0"/>
              <a:t>Submission: Blackboard/Turnitin</a:t>
            </a:r>
          </a:p>
          <a:p>
            <a:pPr lvl="1">
              <a:buClr>
                <a:srgbClr val="008040"/>
              </a:buClr>
              <a:buSzPct val="90000"/>
              <a:buFont typeface="Wingdings" pitchFamily="2" charset="2"/>
              <a:buChar char=""/>
            </a:pPr>
            <a:r>
              <a:rPr lang="en-AU" altLang="en-US" sz="2400" dirty="0"/>
              <a:t>Topic: Risk assessment</a:t>
            </a:r>
          </a:p>
          <a:p>
            <a:pPr lvl="1">
              <a:buClr>
                <a:srgbClr val="008040"/>
              </a:buClr>
              <a:buSzPct val="90000"/>
              <a:buFont typeface="Wingdings" pitchFamily="2" charset="2"/>
              <a:buChar char=""/>
            </a:pPr>
            <a:r>
              <a:rPr lang="en-AU" altLang="en-US" sz="2400" dirty="0"/>
              <a:t>Weighting: 30% of unit mark</a:t>
            </a:r>
          </a:p>
          <a:p>
            <a:pPr lvl="1">
              <a:buClr>
                <a:srgbClr val="008040"/>
              </a:buClr>
              <a:buSzPct val="90000"/>
              <a:buFont typeface="Wingdings" pitchFamily="2" charset="2"/>
              <a:buChar char=""/>
            </a:pPr>
            <a:r>
              <a:rPr lang="en-US" altLang="zh-CN" sz="2400" dirty="0"/>
              <a:t>Format</a:t>
            </a:r>
            <a:r>
              <a:rPr lang="en-AU" altLang="en-US" sz="2400" dirty="0"/>
              <a:t>: written report</a:t>
            </a:r>
          </a:p>
          <a:p>
            <a:pPr lvl="1">
              <a:buClr>
                <a:srgbClr val="008040"/>
              </a:buClr>
              <a:buSzPct val="90000"/>
              <a:buFont typeface="Wingdings" pitchFamily="2" charset="2"/>
              <a:buChar char=""/>
            </a:pPr>
            <a:r>
              <a:rPr lang="en-AU" altLang="en-US" sz="2400" dirty="0"/>
              <a:t>NOTE: must demonstrate “</a:t>
            </a:r>
            <a:r>
              <a:rPr lang="en-AU" altLang="en-US" sz="2400" i="1" dirty="0"/>
              <a:t>reasonable attempt</a:t>
            </a:r>
            <a:r>
              <a:rPr lang="en-AU" altLang="en-US" sz="2400" dirty="0"/>
              <a:t>” to pass the unit</a:t>
            </a:r>
          </a:p>
        </p:txBody>
      </p:sp>
      <p:sp>
        <p:nvSpPr>
          <p:cNvPr id="25604" name="Text Box 3">
            <a:extLst>
              <a:ext uri="{FF2B5EF4-FFF2-40B4-BE49-F238E27FC236}">
                <a16:creationId xmlns:a16="http://schemas.microsoft.com/office/drawing/2014/main" id="{75C3525E-F968-75B3-79E2-720A75A30ED2}"/>
              </a:ext>
            </a:extLst>
          </p:cNvPr>
          <p:cNvSpPr txBox="1">
            <a:spLocks noChangeArrowheads="1"/>
          </p:cNvSpPr>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fld id="{B47A6E1D-601D-214B-935A-394E70EA51F8}" type="slidenum">
              <a:rPr lang="en-US" altLang="en-US" sz="1400"/>
              <a:pPr algn="r">
                <a:spcBef>
                  <a:spcPct val="0"/>
                </a:spcBef>
                <a:buClrTx/>
                <a:buFontTx/>
                <a:buNone/>
              </a:pPr>
              <a:t>11</a:t>
            </a:fld>
            <a:endParaRPr lang="en-US" altLang="en-US" sz="140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1">
            <a:extLst>
              <a:ext uri="{FF2B5EF4-FFF2-40B4-BE49-F238E27FC236}">
                <a16:creationId xmlns:a16="http://schemas.microsoft.com/office/drawing/2014/main" id="{6F977935-F753-FB0A-4DC7-74F4664AE91C}"/>
              </a:ext>
            </a:extLst>
          </p:cNvPr>
          <p:cNvSpPr txBox="1">
            <a:spLocks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r>
              <a:rPr lang="en-AU" altLang="en-US" sz="4400" i="1"/>
              <a:t>Assessment Schedule</a:t>
            </a:r>
          </a:p>
        </p:txBody>
      </p:sp>
      <p:sp>
        <p:nvSpPr>
          <p:cNvPr id="27651" name="Text Box 2">
            <a:extLst>
              <a:ext uri="{FF2B5EF4-FFF2-40B4-BE49-F238E27FC236}">
                <a16:creationId xmlns:a16="http://schemas.microsoft.com/office/drawing/2014/main" id="{FF618DFD-E188-1FD9-B12F-17300ED4AF26}"/>
              </a:ext>
            </a:extLst>
          </p:cNvPr>
          <p:cNvSpPr txBox="1">
            <a:spLocks noChangeArrowheads="1"/>
          </p:cNvSpPr>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8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3200">
                <a:solidFill>
                  <a:srgbClr val="000000"/>
                </a:solidFill>
                <a:latin typeface="Trebuchet MS" panose="020B0703020202090204" pitchFamily="34" charset="0"/>
                <a:ea typeface="ＭＳ Ｐゴシック" panose="020B0600070205080204" pitchFamily="34" charset="-128"/>
              </a:defRPr>
            </a:lvl1pPr>
            <a:lvl2pPr marL="741363" indent="-28416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9pPr>
          </a:lstStyle>
          <a:p>
            <a:pPr>
              <a:buClr>
                <a:srgbClr val="004080"/>
              </a:buClr>
              <a:buSzPct val="90000"/>
              <a:buFont typeface="Wingdings" pitchFamily="2" charset="2"/>
              <a:buChar char=""/>
            </a:pPr>
            <a:r>
              <a:rPr lang="en-AU" altLang="en-US" dirty="0"/>
              <a:t>Final Assessment (all students)</a:t>
            </a:r>
          </a:p>
          <a:p>
            <a:pPr lvl="1">
              <a:buClr>
                <a:srgbClr val="008040"/>
              </a:buClr>
              <a:buSzPct val="90000"/>
              <a:buFont typeface="Wingdings" pitchFamily="2" charset="2"/>
              <a:buChar char=""/>
            </a:pPr>
            <a:r>
              <a:rPr lang="en-AU" altLang="en-US" dirty="0"/>
              <a:t>When: TBA</a:t>
            </a:r>
          </a:p>
          <a:p>
            <a:pPr lvl="1">
              <a:buClr>
                <a:srgbClr val="008040"/>
              </a:buClr>
              <a:buSzPct val="90000"/>
              <a:buFont typeface="Wingdings" pitchFamily="2" charset="2"/>
              <a:buChar char=""/>
            </a:pPr>
            <a:r>
              <a:rPr lang="en-US" altLang="zh-CN" dirty="0"/>
              <a:t>Venue</a:t>
            </a:r>
            <a:r>
              <a:rPr lang="en-AU" altLang="en-US" dirty="0"/>
              <a:t>: TBA</a:t>
            </a:r>
          </a:p>
          <a:p>
            <a:pPr lvl="1">
              <a:buClr>
                <a:srgbClr val="008040"/>
              </a:buClr>
              <a:buSzPct val="90000"/>
              <a:buFont typeface="Wingdings" pitchFamily="2" charset="2"/>
              <a:buChar char=""/>
            </a:pPr>
            <a:r>
              <a:rPr lang="en-AU" altLang="en-US" dirty="0"/>
              <a:t>Worth: 40% of unit mark</a:t>
            </a:r>
          </a:p>
          <a:p>
            <a:pPr lvl="1">
              <a:buClr>
                <a:srgbClr val="008040"/>
              </a:buClr>
              <a:buSzPct val="90000"/>
              <a:buFont typeface="Wingdings" pitchFamily="2" charset="2"/>
              <a:buChar char=""/>
            </a:pPr>
            <a:r>
              <a:rPr lang="en-AU" altLang="en-US" dirty="0"/>
              <a:t>Topics: </a:t>
            </a:r>
            <a:r>
              <a:rPr lang="en-AU" altLang="en-US" b="1" dirty="0"/>
              <a:t>ALL</a:t>
            </a:r>
            <a:r>
              <a:rPr lang="en-AU" altLang="en-US" dirty="0"/>
              <a:t> topics covered in the unit</a:t>
            </a:r>
          </a:p>
          <a:p>
            <a:pPr lvl="1">
              <a:buClr>
                <a:srgbClr val="008040"/>
              </a:buClr>
              <a:buSzPct val="90000"/>
              <a:buFont typeface="Wingdings" pitchFamily="2" charset="2"/>
              <a:buChar char=""/>
            </a:pPr>
            <a:r>
              <a:rPr lang="en-AU" altLang="en-US" dirty="0"/>
              <a:t>Type: TBA</a:t>
            </a:r>
          </a:p>
        </p:txBody>
      </p:sp>
      <p:sp>
        <p:nvSpPr>
          <p:cNvPr id="27652" name="Text Box 3">
            <a:extLst>
              <a:ext uri="{FF2B5EF4-FFF2-40B4-BE49-F238E27FC236}">
                <a16:creationId xmlns:a16="http://schemas.microsoft.com/office/drawing/2014/main" id="{8895B008-6938-4835-C5FB-A5039C1EEAC9}"/>
              </a:ext>
            </a:extLst>
          </p:cNvPr>
          <p:cNvSpPr txBox="1">
            <a:spLocks noChangeArrowheads="1"/>
          </p:cNvSpPr>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fld id="{37BFFF6D-DBDE-554D-AAC8-8430842A2142}" type="slidenum">
              <a:rPr lang="en-US" altLang="en-US" sz="1400"/>
              <a:pPr algn="r">
                <a:spcBef>
                  <a:spcPct val="0"/>
                </a:spcBef>
                <a:buClrTx/>
                <a:buFontTx/>
                <a:buNone/>
              </a:pPr>
              <a:t>12</a:t>
            </a:fld>
            <a:endParaRPr lang="en-US" altLang="en-US" sz="140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1">
            <a:extLst>
              <a:ext uri="{FF2B5EF4-FFF2-40B4-BE49-F238E27FC236}">
                <a16:creationId xmlns:a16="http://schemas.microsoft.com/office/drawing/2014/main" id="{CB0C58EF-BB90-BEDF-CDF3-DD22505C7AC2}"/>
              </a:ext>
            </a:extLst>
          </p:cNvPr>
          <p:cNvSpPr txBox="1">
            <a:spLocks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r>
              <a:rPr lang="en-AU" altLang="en-US" sz="4400" i="1"/>
              <a:t>Pass Requirements</a:t>
            </a:r>
          </a:p>
        </p:txBody>
      </p:sp>
      <p:sp>
        <p:nvSpPr>
          <p:cNvPr id="29699" name="Text Box 2">
            <a:extLst>
              <a:ext uri="{FF2B5EF4-FFF2-40B4-BE49-F238E27FC236}">
                <a16:creationId xmlns:a16="http://schemas.microsoft.com/office/drawing/2014/main" id="{2AD48ECC-797A-9F18-28AD-6B8397C406DE}"/>
              </a:ext>
            </a:extLst>
          </p:cNvPr>
          <p:cNvSpPr txBox="1">
            <a:spLocks noChangeArrowheads="1"/>
          </p:cNvSpPr>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8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3200">
                <a:solidFill>
                  <a:srgbClr val="000000"/>
                </a:solidFill>
                <a:latin typeface="Trebuchet MS" panose="020B0703020202090204" pitchFamily="34" charset="0"/>
                <a:ea typeface="ＭＳ Ｐゴシック" panose="020B0600070205080204" pitchFamily="34" charset="-128"/>
              </a:defRPr>
            </a:lvl1pPr>
            <a:lvl2pPr marL="741363" indent="-28416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9pPr>
          </a:lstStyle>
          <a:p>
            <a:pPr>
              <a:buClr>
                <a:srgbClr val="004080"/>
              </a:buClr>
              <a:buSzPct val="90000"/>
              <a:buFont typeface="Wingdings" pitchFamily="2" charset="2"/>
              <a:buChar char=""/>
            </a:pPr>
            <a:r>
              <a:rPr lang="en-AU" altLang="en-US" dirty="0"/>
              <a:t>ISEC2001</a:t>
            </a:r>
          </a:p>
          <a:p>
            <a:pPr lvl="1">
              <a:buClr>
                <a:srgbClr val="008040"/>
              </a:buClr>
              <a:buSzPct val="90000"/>
              <a:buFont typeface="Wingdings" pitchFamily="2" charset="2"/>
              <a:buChar char=""/>
            </a:pPr>
            <a:r>
              <a:rPr lang="en-AU" altLang="en-US" dirty="0"/>
              <a:t>Final Mark: 50% or greater; and</a:t>
            </a:r>
          </a:p>
          <a:p>
            <a:pPr lvl="1">
              <a:buClr>
                <a:srgbClr val="008040"/>
              </a:buClr>
              <a:buSzPct val="90000"/>
              <a:buFont typeface="Wingdings" pitchFamily="2" charset="2"/>
              <a:buChar char=""/>
            </a:pPr>
            <a:r>
              <a:rPr lang="en-AU" altLang="en-US" dirty="0"/>
              <a:t>Final Exam: 40% or greater.</a:t>
            </a:r>
          </a:p>
          <a:p>
            <a:pPr>
              <a:buClr>
                <a:srgbClr val="004080"/>
              </a:buClr>
              <a:buSzPct val="90000"/>
              <a:buFont typeface="Wingdings" pitchFamily="2" charset="2"/>
              <a:buChar char=""/>
            </a:pPr>
            <a:r>
              <a:rPr lang="en-AU" altLang="en-US" dirty="0"/>
              <a:t>ISEC5006</a:t>
            </a:r>
          </a:p>
          <a:p>
            <a:pPr lvl="1">
              <a:buClr>
                <a:srgbClr val="008040"/>
              </a:buClr>
              <a:buSzPct val="90000"/>
              <a:buFont typeface="Wingdings" pitchFamily="2" charset="2"/>
              <a:buChar char=""/>
            </a:pPr>
            <a:r>
              <a:rPr lang="en-AU" altLang="en-US" dirty="0"/>
              <a:t>Final Mark: 50% or greater; and</a:t>
            </a:r>
          </a:p>
          <a:p>
            <a:pPr lvl="1">
              <a:buClr>
                <a:srgbClr val="008040"/>
              </a:buClr>
              <a:buSzPct val="90000"/>
              <a:buFont typeface="Wingdings" pitchFamily="2" charset="2"/>
              <a:buChar char=""/>
            </a:pPr>
            <a:r>
              <a:rPr lang="en-AU" altLang="en-US" dirty="0"/>
              <a:t>Final Exam: 40% or greater; and</a:t>
            </a:r>
          </a:p>
          <a:p>
            <a:pPr lvl="1">
              <a:buClr>
                <a:srgbClr val="008040"/>
              </a:buClr>
              <a:buSzPct val="90000"/>
              <a:buFont typeface="Wingdings" pitchFamily="2" charset="2"/>
              <a:buChar char=""/>
            </a:pPr>
            <a:r>
              <a:rPr lang="en-AU" altLang="en-US" dirty="0"/>
              <a:t>Assignment: reasonable attempt.</a:t>
            </a:r>
          </a:p>
          <a:p>
            <a:pPr>
              <a:buClr>
                <a:srgbClr val="008040"/>
              </a:buClr>
              <a:buSzPct val="90000"/>
              <a:buFont typeface="Wingdings" pitchFamily="2" charset="2"/>
              <a:buChar char=""/>
            </a:pPr>
            <a:endParaRPr lang="en-AU" altLang="en-US" dirty="0"/>
          </a:p>
        </p:txBody>
      </p:sp>
      <p:sp>
        <p:nvSpPr>
          <p:cNvPr id="29700" name="Text Box 3">
            <a:extLst>
              <a:ext uri="{FF2B5EF4-FFF2-40B4-BE49-F238E27FC236}">
                <a16:creationId xmlns:a16="http://schemas.microsoft.com/office/drawing/2014/main" id="{AE6C0C54-AE28-9021-68A7-AA434D4FB9A8}"/>
              </a:ext>
            </a:extLst>
          </p:cNvPr>
          <p:cNvSpPr txBox="1">
            <a:spLocks noChangeArrowheads="1"/>
          </p:cNvSpPr>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fld id="{CBE4638A-E6EA-DD45-96ED-954D3531BBCF}" type="slidenum">
              <a:rPr lang="en-US" altLang="en-US" sz="1400"/>
              <a:pPr algn="r">
                <a:spcBef>
                  <a:spcPct val="0"/>
                </a:spcBef>
                <a:buClrTx/>
                <a:buFontTx/>
                <a:buNone/>
              </a:pPr>
              <a:t>13</a:t>
            </a:fld>
            <a:endParaRPr lang="en-US" altLang="en-US" sz="140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1">
            <a:extLst>
              <a:ext uri="{FF2B5EF4-FFF2-40B4-BE49-F238E27FC236}">
                <a16:creationId xmlns:a16="http://schemas.microsoft.com/office/drawing/2014/main" id="{EA70D051-A38A-3F4B-D9AE-780ED6FBAD76}"/>
              </a:ext>
            </a:extLst>
          </p:cNvPr>
          <p:cNvSpPr txBox="1">
            <a:spLocks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r>
              <a:rPr lang="en-AU" altLang="en-US" sz="4400" i="1"/>
              <a:t>Important – Assessments</a:t>
            </a:r>
          </a:p>
        </p:txBody>
      </p:sp>
      <p:sp>
        <p:nvSpPr>
          <p:cNvPr id="31747" name="Text Box 2">
            <a:extLst>
              <a:ext uri="{FF2B5EF4-FFF2-40B4-BE49-F238E27FC236}">
                <a16:creationId xmlns:a16="http://schemas.microsoft.com/office/drawing/2014/main" id="{B0FF7D1F-E5E6-06CF-2327-6F3DAF5FE654}"/>
              </a:ext>
            </a:extLst>
          </p:cNvPr>
          <p:cNvSpPr txBox="1">
            <a:spLocks noChangeArrowheads="1"/>
          </p:cNvSpPr>
          <p:nvPr/>
        </p:nvSpPr>
        <p:spPr bwMode="auto">
          <a:xfrm>
            <a:off x="685800" y="1981200"/>
            <a:ext cx="8278813"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8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3200">
                <a:solidFill>
                  <a:srgbClr val="000000"/>
                </a:solidFill>
                <a:latin typeface="Trebuchet MS" panose="020B0703020202090204" pitchFamily="34" charset="0"/>
                <a:ea typeface="ＭＳ Ｐゴシック" panose="020B0600070205080204" pitchFamily="34" charset="-128"/>
              </a:defRPr>
            </a:lvl1pPr>
            <a:lvl2pPr marL="741363" indent="-28416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9pPr>
          </a:lstStyle>
          <a:p>
            <a:pPr>
              <a:buClr>
                <a:srgbClr val="004080"/>
              </a:buClr>
              <a:buSzPct val="90000"/>
              <a:buFont typeface="Wingdings" pitchFamily="2" charset="2"/>
              <a:buChar char=""/>
            </a:pPr>
            <a:r>
              <a:rPr lang="en-AU" altLang="en-US" sz="2400" dirty="0"/>
              <a:t>It is entirely </a:t>
            </a:r>
            <a:r>
              <a:rPr lang="en-AU" altLang="en-US" sz="2400" b="1" dirty="0"/>
              <a:t>your responsibility </a:t>
            </a:r>
            <a:r>
              <a:rPr lang="en-AU" altLang="en-US" sz="2400" dirty="0"/>
              <a:t>to check announcements on Blackboard for information on scheduled assessments</a:t>
            </a:r>
          </a:p>
          <a:p>
            <a:pPr>
              <a:buClr>
                <a:srgbClr val="004080"/>
              </a:buClr>
              <a:buSzPct val="90000"/>
              <a:buFont typeface="Wingdings" pitchFamily="2" charset="2"/>
              <a:buChar char=""/>
            </a:pPr>
            <a:r>
              <a:rPr lang="en-AU" altLang="en-US" sz="2400" dirty="0"/>
              <a:t>Check Blackboard and email daily when it is closer to the test date</a:t>
            </a:r>
          </a:p>
          <a:p>
            <a:pPr>
              <a:buClr>
                <a:srgbClr val="004080"/>
              </a:buClr>
              <a:buSzPct val="90000"/>
              <a:buFont typeface="Wingdings" pitchFamily="2" charset="2"/>
              <a:buChar char=""/>
            </a:pPr>
            <a:r>
              <a:rPr lang="en-AU" altLang="en-US" sz="2400" dirty="0"/>
              <a:t>Read instructions carefully and follow them</a:t>
            </a:r>
          </a:p>
          <a:p>
            <a:pPr>
              <a:buClr>
                <a:srgbClr val="004080"/>
              </a:buClr>
              <a:buSzPct val="90000"/>
              <a:buFont typeface="Wingdings" pitchFamily="2" charset="2"/>
              <a:buChar char=""/>
            </a:pPr>
            <a:r>
              <a:rPr lang="en-AU" altLang="en-US" sz="2400" dirty="0"/>
              <a:t>Ask questions if not clear</a:t>
            </a:r>
          </a:p>
          <a:p>
            <a:pPr>
              <a:buClr>
                <a:srgbClr val="004080"/>
              </a:buClr>
              <a:buSzPct val="90000"/>
              <a:buFont typeface="Wingdings" pitchFamily="2" charset="2"/>
              <a:buChar char=""/>
            </a:pPr>
            <a:r>
              <a:rPr lang="en-AU" altLang="en-US" sz="2400" dirty="0"/>
              <a:t>All tests are </a:t>
            </a:r>
            <a:r>
              <a:rPr lang="en-AU" altLang="en-US" sz="2400" b="1" dirty="0"/>
              <a:t>open-book</a:t>
            </a:r>
          </a:p>
          <a:p>
            <a:pPr lvl="1">
              <a:buClr>
                <a:srgbClr val="004080"/>
              </a:buClr>
              <a:buSzPct val="90000"/>
              <a:buFont typeface="Wingdings" pitchFamily="2" charset="2"/>
              <a:buChar char=""/>
            </a:pPr>
            <a:r>
              <a:rPr lang="en-AU" altLang="en-US" sz="2000" dirty="0"/>
              <a:t>Printed and hand-written materials are allowed (unlimited)</a:t>
            </a:r>
          </a:p>
          <a:p>
            <a:pPr lvl="1">
              <a:buClr>
                <a:srgbClr val="004080"/>
              </a:buClr>
              <a:buSzPct val="90000"/>
              <a:buFont typeface="Wingdings" pitchFamily="2" charset="2"/>
              <a:buChar char=""/>
            </a:pPr>
            <a:r>
              <a:rPr lang="en-AU" altLang="en-US" sz="2000" dirty="0"/>
              <a:t>Electronic materials are NOT allowed</a:t>
            </a:r>
          </a:p>
        </p:txBody>
      </p:sp>
      <p:sp>
        <p:nvSpPr>
          <p:cNvPr id="31748" name="Text Box 3">
            <a:extLst>
              <a:ext uri="{FF2B5EF4-FFF2-40B4-BE49-F238E27FC236}">
                <a16:creationId xmlns:a16="http://schemas.microsoft.com/office/drawing/2014/main" id="{41F80B5D-7184-DF72-5FA0-F613667C6AE9}"/>
              </a:ext>
            </a:extLst>
          </p:cNvPr>
          <p:cNvSpPr txBox="1">
            <a:spLocks noChangeArrowheads="1"/>
          </p:cNvSpPr>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fld id="{3169B22B-797F-C04E-8F70-3BED9141B8AD}" type="slidenum">
              <a:rPr lang="en-US" altLang="en-US" sz="1400"/>
              <a:pPr algn="r">
                <a:spcBef>
                  <a:spcPct val="0"/>
                </a:spcBef>
                <a:buClrTx/>
                <a:buFontTx/>
                <a:buNone/>
              </a:pPr>
              <a:t>14</a:t>
            </a:fld>
            <a:endParaRPr lang="en-US" altLang="en-US" sz="140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1">
            <a:extLst>
              <a:ext uri="{FF2B5EF4-FFF2-40B4-BE49-F238E27FC236}">
                <a16:creationId xmlns:a16="http://schemas.microsoft.com/office/drawing/2014/main" id="{8D5FE9E3-14A0-21DB-1B8A-F8F9A3EF3980}"/>
              </a:ext>
            </a:extLst>
          </p:cNvPr>
          <p:cNvSpPr txBox="1">
            <a:spLocks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r>
              <a:rPr lang="en-AU" altLang="en-US" sz="4400" i="1"/>
              <a:t>AE Application</a:t>
            </a:r>
          </a:p>
        </p:txBody>
      </p:sp>
      <p:sp>
        <p:nvSpPr>
          <p:cNvPr id="13314" name="Text Box 2">
            <a:extLst>
              <a:ext uri="{FF2B5EF4-FFF2-40B4-BE49-F238E27FC236}">
                <a16:creationId xmlns:a16="http://schemas.microsoft.com/office/drawing/2014/main" id="{8F30C3A5-D3B4-54DF-27CE-C261DD130D7B}"/>
              </a:ext>
            </a:extLst>
          </p:cNvPr>
          <p:cNvSpPr txBox="1">
            <a:spLocks noChangeArrowheads="1"/>
          </p:cNvSpPr>
          <p:nvPr/>
        </p:nvSpPr>
        <p:spPr bwMode="auto">
          <a:xfrm>
            <a:off x="685800" y="1981200"/>
            <a:ext cx="8207375"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1pPr>
            <a:lvl2pPr marL="741363" indent="-28416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9pPr>
          </a:lstStyle>
          <a:p>
            <a:pPr>
              <a:spcBef>
                <a:spcPts val="800"/>
              </a:spcBef>
              <a:buClr>
                <a:srgbClr val="004080"/>
              </a:buClr>
              <a:buSzPct val="90000"/>
              <a:buFont typeface="Wingdings" panose="05000000000000000000" pitchFamily="2" charset="2"/>
              <a:buChar char=""/>
              <a:defRPr/>
            </a:pPr>
            <a:r>
              <a:rPr lang="en-AU" altLang="en-US" dirty="0">
                <a:latin typeface="Trebuchet MS" panose="020B0603020202020204" pitchFamily="34" charset="0"/>
              </a:rPr>
              <a:t>Online system (access from Oasis) </a:t>
            </a:r>
          </a:p>
          <a:p>
            <a:pPr lvl="1">
              <a:spcBef>
                <a:spcPts val="800"/>
              </a:spcBef>
              <a:buClr>
                <a:srgbClr val="004080"/>
              </a:buClr>
              <a:buSzPct val="90000"/>
              <a:buFont typeface="Wingdings" panose="05000000000000000000" pitchFamily="2" charset="2"/>
              <a:buChar char=""/>
              <a:defRPr/>
            </a:pPr>
            <a:r>
              <a:rPr lang="en-AU" altLang="en-US" sz="1800" dirty="0">
                <a:latin typeface="Trebuchet MS" panose="020B0603020202020204" pitchFamily="34" charset="0"/>
              </a:rPr>
              <a:t>https://students.connect.curtin.edu.au/app/assessment_extension</a:t>
            </a:r>
          </a:p>
          <a:p>
            <a:pPr>
              <a:spcBef>
                <a:spcPts val="800"/>
              </a:spcBef>
              <a:buClr>
                <a:srgbClr val="004080"/>
              </a:buClr>
              <a:buSzPct val="90000"/>
              <a:buFont typeface="Wingdings" panose="05000000000000000000" pitchFamily="2" charset="2"/>
              <a:buChar char=""/>
              <a:defRPr/>
            </a:pPr>
            <a:r>
              <a:rPr lang="en-AU" altLang="en-US" dirty="0">
                <a:latin typeface="Trebuchet MS" panose="020B0603020202020204" pitchFamily="34" charset="0"/>
              </a:rPr>
              <a:t>Put in an application as soon as possible (medical, employment, jury duty, family issues etc.)</a:t>
            </a:r>
          </a:p>
          <a:p>
            <a:pPr>
              <a:spcBef>
                <a:spcPts val="800"/>
              </a:spcBef>
              <a:buClr>
                <a:srgbClr val="004080"/>
              </a:buClr>
              <a:buSzPct val="90000"/>
              <a:buFont typeface="Wingdings" panose="05000000000000000000" pitchFamily="2" charset="2"/>
              <a:buChar char=""/>
              <a:defRPr/>
            </a:pPr>
            <a:r>
              <a:rPr lang="en-AU" altLang="en-US" dirty="0">
                <a:latin typeface="Trebuchet MS" panose="020B0603020202020204" pitchFamily="34" charset="0"/>
              </a:rPr>
              <a:t>Provide documentation (statutory declaration may be required)</a:t>
            </a:r>
          </a:p>
          <a:p>
            <a:pPr>
              <a:spcBef>
                <a:spcPts val="800"/>
              </a:spcBef>
              <a:buClr>
                <a:srgbClr val="004080"/>
              </a:buClr>
              <a:buSzPct val="90000"/>
              <a:buFont typeface="Wingdings" panose="05000000000000000000" pitchFamily="2" charset="2"/>
              <a:buChar char=""/>
              <a:defRPr/>
            </a:pPr>
            <a:r>
              <a:rPr lang="en-AU" altLang="en-US" dirty="0">
                <a:latin typeface="Trebuchet MS" panose="020B0603020202020204" pitchFamily="34" charset="0"/>
              </a:rPr>
              <a:t>NOTE: you should inform me in advance any anticipated problems</a:t>
            </a:r>
          </a:p>
          <a:p>
            <a:pPr>
              <a:spcBef>
                <a:spcPts val="800"/>
              </a:spcBef>
              <a:buClr>
                <a:srgbClr val="004080"/>
              </a:buClr>
              <a:buSzPct val="90000"/>
              <a:buFont typeface="Wingdings" panose="05000000000000000000" pitchFamily="2" charset="2"/>
              <a:buChar char=""/>
              <a:defRPr/>
            </a:pPr>
            <a:endParaRPr lang="en-AU" altLang="en-US" sz="2800" dirty="0">
              <a:latin typeface="Trebuchet MS" panose="020B0603020202020204" pitchFamily="34" charset="0"/>
            </a:endParaRPr>
          </a:p>
          <a:p>
            <a:pPr lvl="1">
              <a:spcBef>
                <a:spcPts val="700"/>
              </a:spcBef>
              <a:buClr>
                <a:srgbClr val="008040"/>
              </a:buClr>
              <a:buSzPct val="90000"/>
              <a:buFont typeface="Wingdings" panose="05000000000000000000" pitchFamily="2" charset="2"/>
              <a:buNone/>
              <a:defRPr/>
            </a:pPr>
            <a:endParaRPr lang="en-AU" altLang="en-US" dirty="0">
              <a:latin typeface="Trebuchet MS" panose="020B0603020202020204" pitchFamily="34" charset="0"/>
            </a:endParaRPr>
          </a:p>
          <a:p>
            <a:pPr lvl="1">
              <a:spcBef>
                <a:spcPts val="700"/>
              </a:spcBef>
              <a:buClr>
                <a:srgbClr val="008040"/>
              </a:buClr>
              <a:buSzPct val="90000"/>
              <a:buFont typeface="Wingdings" panose="05000000000000000000" pitchFamily="2" charset="2"/>
              <a:buNone/>
              <a:defRPr/>
            </a:pPr>
            <a:endParaRPr lang="en-AU" altLang="en-US" dirty="0">
              <a:latin typeface="Trebuchet MS" panose="020B0603020202020204" pitchFamily="34" charset="0"/>
            </a:endParaRPr>
          </a:p>
          <a:p>
            <a:pPr lvl="1" indent="-282575">
              <a:spcBef>
                <a:spcPts val="700"/>
              </a:spcBef>
              <a:buSzPct val="90000"/>
              <a:defRPr/>
            </a:pPr>
            <a:r>
              <a:rPr lang="en-AU" altLang="en-US" dirty="0">
                <a:latin typeface="Trebuchet MS" panose="020B0603020202020204" pitchFamily="34" charset="0"/>
              </a:rPr>
              <a:t> </a:t>
            </a:r>
          </a:p>
        </p:txBody>
      </p:sp>
      <p:sp>
        <p:nvSpPr>
          <p:cNvPr id="33796" name="Text Box 3">
            <a:extLst>
              <a:ext uri="{FF2B5EF4-FFF2-40B4-BE49-F238E27FC236}">
                <a16:creationId xmlns:a16="http://schemas.microsoft.com/office/drawing/2014/main" id="{D8C01314-F0A2-F5F3-8C69-BC3BFDB476D2}"/>
              </a:ext>
            </a:extLst>
          </p:cNvPr>
          <p:cNvSpPr txBox="1">
            <a:spLocks noChangeArrowheads="1"/>
          </p:cNvSpPr>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fld id="{DB61BAC7-1DD0-3445-A6E0-EF6F47838973}" type="slidenum">
              <a:rPr lang="en-US" altLang="en-US" sz="1400"/>
              <a:pPr algn="r">
                <a:spcBef>
                  <a:spcPct val="0"/>
                </a:spcBef>
                <a:buClrTx/>
                <a:buFontTx/>
                <a:buNone/>
              </a:pPr>
              <a:t>15</a:t>
            </a:fld>
            <a:endParaRPr lang="en-US" altLang="en-US" sz="140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1">
            <a:extLst>
              <a:ext uri="{FF2B5EF4-FFF2-40B4-BE49-F238E27FC236}">
                <a16:creationId xmlns:a16="http://schemas.microsoft.com/office/drawing/2014/main" id="{5322B91F-ACAC-8D0B-332E-FA715DF7DE5B}"/>
              </a:ext>
            </a:extLst>
          </p:cNvPr>
          <p:cNvSpPr txBox="1">
            <a:spLocks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r>
              <a:rPr lang="en-AU" altLang="en-US" sz="4400" i="1"/>
              <a:t>DA/FA</a:t>
            </a:r>
          </a:p>
        </p:txBody>
      </p:sp>
      <p:sp>
        <p:nvSpPr>
          <p:cNvPr id="14338" name="Text Box 2">
            <a:extLst>
              <a:ext uri="{FF2B5EF4-FFF2-40B4-BE49-F238E27FC236}">
                <a16:creationId xmlns:a16="http://schemas.microsoft.com/office/drawing/2014/main" id="{7609E81C-4477-32B7-ADF0-63B1EA5F3F12}"/>
              </a:ext>
            </a:extLst>
          </p:cNvPr>
          <p:cNvSpPr txBox="1">
            <a:spLocks noChangeArrowheads="1"/>
          </p:cNvSpPr>
          <p:nvPr/>
        </p:nvSpPr>
        <p:spPr bwMode="auto">
          <a:xfrm>
            <a:off x="685800" y="1556792"/>
            <a:ext cx="7772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1pPr>
            <a:lvl2pPr marL="741363" indent="-28416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9pPr>
          </a:lstStyle>
          <a:p>
            <a:pPr>
              <a:spcBef>
                <a:spcPts val="800"/>
              </a:spcBef>
              <a:buClr>
                <a:srgbClr val="004080"/>
              </a:buClr>
              <a:buSzPct val="90000"/>
              <a:buFont typeface="Wingdings" panose="05000000000000000000" pitchFamily="2" charset="2"/>
              <a:buChar char=""/>
              <a:defRPr/>
            </a:pPr>
            <a:r>
              <a:rPr lang="en-AU" altLang="en-US" sz="3200" dirty="0">
                <a:latin typeface="Trebuchet MS" panose="020B0603020202020204" pitchFamily="34" charset="0"/>
              </a:rPr>
              <a:t>Deferred assessment</a:t>
            </a:r>
          </a:p>
          <a:p>
            <a:pPr>
              <a:spcBef>
                <a:spcPts val="800"/>
              </a:spcBef>
              <a:buClr>
                <a:srgbClr val="004080"/>
              </a:buClr>
              <a:buSzPct val="90000"/>
              <a:buFont typeface="Wingdings" panose="05000000000000000000" pitchFamily="2" charset="2"/>
              <a:buChar char=""/>
              <a:defRPr/>
            </a:pPr>
            <a:r>
              <a:rPr lang="en-AU" altLang="en-US" sz="3200" dirty="0">
                <a:latin typeface="Trebuchet MS" panose="020B0603020202020204" pitchFamily="34" charset="0"/>
              </a:rPr>
              <a:t>Further assessment</a:t>
            </a:r>
          </a:p>
          <a:p>
            <a:pPr>
              <a:spcBef>
                <a:spcPts val="800"/>
              </a:spcBef>
              <a:buClr>
                <a:srgbClr val="004080"/>
              </a:buClr>
              <a:buSzPct val="90000"/>
              <a:buFont typeface="Wingdings" panose="05000000000000000000" pitchFamily="2" charset="2"/>
              <a:buChar char=""/>
              <a:defRPr/>
            </a:pPr>
            <a:r>
              <a:rPr lang="en-AU" altLang="en-US" sz="3200" b="1" dirty="0">
                <a:solidFill>
                  <a:srgbClr val="FF0000"/>
                </a:solidFill>
                <a:latin typeface="Trebuchet MS" panose="020B0603020202020204" pitchFamily="34" charset="0"/>
              </a:rPr>
              <a:t>When: </a:t>
            </a:r>
            <a:r>
              <a:rPr lang="en-US" altLang="zh-CN" sz="2800" b="1" dirty="0">
                <a:solidFill>
                  <a:srgbClr val="FF0000"/>
                </a:solidFill>
                <a:latin typeface="Trebuchet MS" panose="020B0603020202020204" pitchFamily="34" charset="0"/>
              </a:rPr>
              <a:t>8/12/2025 to 13/12/2025</a:t>
            </a:r>
          </a:p>
          <a:p>
            <a:pPr>
              <a:spcBef>
                <a:spcPts val="800"/>
              </a:spcBef>
              <a:buClr>
                <a:srgbClr val="004080"/>
              </a:buClr>
              <a:buSzPct val="90000"/>
              <a:buFont typeface="Wingdings" panose="05000000000000000000" pitchFamily="2" charset="2"/>
              <a:buChar char=""/>
              <a:defRPr/>
            </a:pPr>
            <a:r>
              <a:rPr lang="en-AU" altLang="en-US" sz="3200" dirty="0">
                <a:latin typeface="Trebuchet MS" panose="020B0603020202020204" pitchFamily="34" charset="0"/>
              </a:rPr>
              <a:t>Be available</a:t>
            </a:r>
          </a:p>
          <a:p>
            <a:pPr>
              <a:spcBef>
                <a:spcPts val="800"/>
              </a:spcBef>
              <a:buClr>
                <a:srgbClr val="004080"/>
              </a:buClr>
              <a:buSzPct val="90000"/>
              <a:buFont typeface="Wingdings" panose="05000000000000000000" pitchFamily="2" charset="2"/>
              <a:buChar char=""/>
              <a:defRPr/>
            </a:pPr>
            <a:r>
              <a:rPr lang="en-AU" altLang="en-US" sz="3200" dirty="0">
                <a:latin typeface="Trebuchet MS" panose="020B0603020202020204" pitchFamily="34" charset="0"/>
              </a:rPr>
              <a:t>Check your OCC regularly, especially after exams</a:t>
            </a:r>
          </a:p>
          <a:p>
            <a:pPr>
              <a:spcBef>
                <a:spcPts val="800"/>
              </a:spcBef>
              <a:buClr>
                <a:srgbClr val="004080"/>
              </a:buClr>
              <a:buSzPct val="90000"/>
              <a:buFont typeface="Wingdings" panose="05000000000000000000" pitchFamily="2" charset="2"/>
              <a:buChar char=""/>
              <a:defRPr/>
            </a:pPr>
            <a:r>
              <a:rPr lang="en-AU" altLang="en-US" sz="3200" dirty="0">
                <a:latin typeface="Trebuchet MS" panose="020B0603020202020204" pitchFamily="34" charset="0"/>
              </a:rPr>
              <a:t>Note: </a:t>
            </a:r>
            <a:r>
              <a:rPr lang="en-AU" altLang="en-US" sz="3200" i="1" dirty="0">
                <a:latin typeface="Trebuchet MS" panose="020B0603020202020204" pitchFamily="34" charset="0"/>
              </a:rPr>
              <a:t>I can only recommend, I do not have the power to grant FA</a:t>
            </a:r>
          </a:p>
          <a:p>
            <a:pPr lvl="1">
              <a:spcBef>
                <a:spcPts val="700"/>
              </a:spcBef>
              <a:buClr>
                <a:srgbClr val="008040"/>
              </a:buClr>
              <a:buSzPct val="90000"/>
              <a:buFont typeface="Wingdings" panose="05000000000000000000" pitchFamily="2" charset="2"/>
              <a:buNone/>
              <a:defRPr/>
            </a:pPr>
            <a:endParaRPr lang="en-AU" altLang="en-US" sz="2800" dirty="0">
              <a:latin typeface="Trebuchet MS" panose="020B0603020202020204" pitchFamily="34" charset="0"/>
            </a:endParaRPr>
          </a:p>
          <a:p>
            <a:pPr marL="457200" lvl="1" indent="0">
              <a:spcBef>
                <a:spcPts val="700"/>
              </a:spcBef>
              <a:buSzPct val="90000"/>
              <a:defRPr/>
            </a:pPr>
            <a:r>
              <a:rPr lang="en-AU" altLang="en-US" sz="2800" dirty="0">
                <a:latin typeface="Trebuchet MS" panose="020B0603020202020204" pitchFamily="34" charset="0"/>
              </a:rPr>
              <a:t> </a:t>
            </a:r>
          </a:p>
        </p:txBody>
      </p:sp>
      <p:sp>
        <p:nvSpPr>
          <p:cNvPr id="35844" name="Text Box 3">
            <a:extLst>
              <a:ext uri="{FF2B5EF4-FFF2-40B4-BE49-F238E27FC236}">
                <a16:creationId xmlns:a16="http://schemas.microsoft.com/office/drawing/2014/main" id="{917E94E5-A81D-984F-8B07-CD01EBE45E30}"/>
              </a:ext>
            </a:extLst>
          </p:cNvPr>
          <p:cNvSpPr txBox="1">
            <a:spLocks noChangeArrowheads="1"/>
          </p:cNvSpPr>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fld id="{6CAB1417-3F1E-1A49-9687-C1068A6A7306}" type="slidenum">
              <a:rPr lang="en-US" altLang="en-US" sz="1400"/>
              <a:pPr algn="r">
                <a:spcBef>
                  <a:spcPct val="0"/>
                </a:spcBef>
                <a:buClrTx/>
                <a:buFontTx/>
                <a:buNone/>
              </a:pPr>
              <a:t>16</a:t>
            </a:fld>
            <a:endParaRPr lang="en-US" altLang="en-US" sz="140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1">
            <a:extLst>
              <a:ext uri="{FF2B5EF4-FFF2-40B4-BE49-F238E27FC236}">
                <a16:creationId xmlns:a16="http://schemas.microsoft.com/office/drawing/2014/main" id="{D63E6691-ABEE-F8CB-6A22-0D24823C92AB}"/>
              </a:ext>
            </a:extLst>
          </p:cNvPr>
          <p:cNvSpPr txBox="1">
            <a:spLocks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r>
              <a:rPr lang="en-AU" altLang="en-US" sz="4400" i="1"/>
              <a:t>Academic Integrity</a:t>
            </a:r>
          </a:p>
        </p:txBody>
      </p:sp>
      <p:sp>
        <p:nvSpPr>
          <p:cNvPr id="14338" name="Text Box 2">
            <a:extLst>
              <a:ext uri="{FF2B5EF4-FFF2-40B4-BE49-F238E27FC236}">
                <a16:creationId xmlns:a16="http://schemas.microsoft.com/office/drawing/2014/main" id="{537F5D77-8F79-CC4B-DC5E-FE4FF167DEC8}"/>
              </a:ext>
            </a:extLst>
          </p:cNvPr>
          <p:cNvSpPr txBox="1">
            <a:spLocks noChangeArrowheads="1"/>
          </p:cNvSpPr>
          <p:nvPr/>
        </p:nvSpPr>
        <p:spPr bwMode="auto">
          <a:xfrm>
            <a:off x="685800" y="1981200"/>
            <a:ext cx="813435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1pPr>
            <a:lvl2pPr marL="741363" indent="-28416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9pPr>
          </a:lstStyle>
          <a:p>
            <a:pPr>
              <a:spcBef>
                <a:spcPts val="800"/>
              </a:spcBef>
              <a:buClr>
                <a:srgbClr val="004080"/>
              </a:buClr>
              <a:buSzPct val="90000"/>
              <a:buFont typeface="Wingdings" panose="05000000000000000000" pitchFamily="2" charset="2"/>
              <a:buChar char=""/>
              <a:defRPr/>
            </a:pPr>
            <a:r>
              <a:rPr lang="en-AU" altLang="en-US" sz="2000" dirty="0">
                <a:latin typeface="Trebuchet MS" panose="020B0603020202020204" pitchFamily="34" charset="0"/>
              </a:rPr>
              <a:t>All coursework students must complete AIP within 2 weeks</a:t>
            </a:r>
          </a:p>
          <a:p>
            <a:pPr lvl="1">
              <a:spcBef>
                <a:spcPts val="800"/>
              </a:spcBef>
              <a:buClr>
                <a:srgbClr val="004080"/>
              </a:buClr>
              <a:buSzPct val="90000"/>
              <a:buFont typeface="Wingdings" panose="05000000000000000000" pitchFamily="2" charset="2"/>
              <a:buChar char=""/>
              <a:defRPr/>
            </a:pPr>
            <a:r>
              <a:rPr lang="en-AU" altLang="en-US" sz="1100" b="1" dirty="0">
                <a:solidFill>
                  <a:schemeClr val="accent6"/>
                </a:solidFill>
                <a:latin typeface="Trebuchet MS" panose="020B0603020202020204" pitchFamily="34" charset="0"/>
              </a:rPr>
              <a:t>https://www.curtin.edu.au/students/essentials/rights/academic-integrity/aip/</a:t>
            </a:r>
            <a:endParaRPr lang="en-AU" altLang="en-US" sz="1100" dirty="0">
              <a:latin typeface="Trebuchet MS" panose="020B0603020202020204" pitchFamily="34" charset="0"/>
            </a:endParaRPr>
          </a:p>
          <a:p>
            <a:pPr>
              <a:spcBef>
                <a:spcPts val="800"/>
              </a:spcBef>
              <a:buClr>
                <a:srgbClr val="004080"/>
              </a:buClr>
              <a:buSzPct val="90000"/>
              <a:buFont typeface="Wingdings" panose="05000000000000000000" pitchFamily="2" charset="2"/>
              <a:buChar char=""/>
              <a:defRPr/>
            </a:pPr>
            <a:r>
              <a:rPr lang="en-AU" altLang="en-US" sz="2000" dirty="0">
                <a:latin typeface="Trebuchet MS" panose="020B0603020202020204" pitchFamily="34" charset="0"/>
              </a:rPr>
              <a:t>Academic misconducts</a:t>
            </a:r>
          </a:p>
          <a:p>
            <a:pPr lvl="1">
              <a:spcBef>
                <a:spcPts val="800"/>
              </a:spcBef>
              <a:buClr>
                <a:srgbClr val="004080"/>
              </a:buClr>
              <a:buSzPct val="90000"/>
              <a:buFont typeface="Wingdings" panose="05000000000000000000" pitchFamily="2" charset="2"/>
              <a:buChar char=""/>
              <a:defRPr/>
            </a:pPr>
            <a:r>
              <a:rPr lang="en-AU" altLang="en-US" sz="2000" dirty="0">
                <a:latin typeface="Trebuchet MS" panose="020B0603020202020204" pitchFamily="34" charset="0"/>
              </a:rPr>
              <a:t>Plagiarism: open-book test does not mean you can plagiarise</a:t>
            </a:r>
          </a:p>
          <a:p>
            <a:pPr lvl="1">
              <a:spcBef>
                <a:spcPts val="800"/>
              </a:spcBef>
              <a:buClr>
                <a:srgbClr val="004080"/>
              </a:buClr>
              <a:buSzPct val="90000"/>
              <a:buFont typeface="Wingdings" panose="05000000000000000000" pitchFamily="2" charset="2"/>
              <a:buChar char=""/>
              <a:defRPr/>
            </a:pPr>
            <a:r>
              <a:rPr lang="en-AU" altLang="en-US" sz="2000" dirty="0">
                <a:latin typeface="Trebuchet MS" panose="020B0603020202020204" pitchFamily="34" charset="0"/>
              </a:rPr>
              <a:t>Collusion: I need to assess how you learn, not your classmate!</a:t>
            </a:r>
          </a:p>
          <a:p>
            <a:pPr lvl="1">
              <a:spcBef>
                <a:spcPts val="800"/>
              </a:spcBef>
              <a:buClr>
                <a:srgbClr val="004080"/>
              </a:buClr>
              <a:buSzPct val="90000"/>
              <a:buFont typeface="Wingdings" panose="05000000000000000000" pitchFamily="2" charset="2"/>
              <a:buChar char=""/>
              <a:defRPr/>
            </a:pPr>
            <a:r>
              <a:rPr lang="en-AU" altLang="en-US" sz="2000" dirty="0">
                <a:latin typeface="Trebuchet MS" panose="020B0603020202020204" pitchFamily="34" charset="0"/>
              </a:rPr>
              <a:t>Contract cheating: confirmation check may be used if needed</a:t>
            </a:r>
          </a:p>
          <a:p>
            <a:pPr lvl="1">
              <a:spcBef>
                <a:spcPts val="800"/>
              </a:spcBef>
              <a:buClr>
                <a:srgbClr val="004080"/>
              </a:buClr>
              <a:buSzPct val="90000"/>
              <a:buFont typeface="Wingdings" panose="05000000000000000000" pitchFamily="2" charset="2"/>
              <a:buChar char=""/>
              <a:defRPr/>
            </a:pPr>
            <a:r>
              <a:rPr lang="en-AU" altLang="en-US" sz="2000" dirty="0">
                <a:latin typeface="Trebuchet MS" panose="020B0603020202020204" pitchFamily="34" charset="0"/>
              </a:rPr>
              <a:t>Unethical/illegal use of Generative AI: next slide</a:t>
            </a:r>
          </a:p>
          <a:p>
            <a:pPr>
              <a:spcBef>
                <a:spcPts val="800"/>
              </a:spcBef>
              <a:buClr>
                <a:srgbClr val="004080"/>
              </a:buClr>
              <a:buSzPct val="90000"/>
              <a:buFont typeface="Wingdings" panose="05000000000000000000" pitchFamily="2" charset="2"/>
              <a:buChar char=""/>
              <a:defRPr/>
            </a:pPr>
            <a:r>
              <a:rPr lang="en-AU" altLang="en-US" sz="2000" dirty="0">
                <a:latin typeface="Trebuchet MS" panose="020B0603020202020204" pitchFamily="34" charset="0"/>
              </a:rPr>
              <a:t>Note: </a:t>
            </a:r>
          </a:p>
          <a:p>
            <a:pPr lvl="1">
              <a:spcBef>
                <a:spcPts val="800"/>
              </a:spcBef>
              <a:buClr>
                <a:srgbClr val="004080"/>
              </a:buClr>
              <a:buSzPct val="90000"/>
              <a:buFont typeface="Wingdings" panose="05000000000000000000" pitchFamily="2" charset="2"/>
              <a:buChar char=""/>
              <a:defRPr/>
            </a:pPr>
            <a:r>
              <a:rPr lang="en-AU" altLang="en-US" sz="1800" dirty="0">
                <a:latin typeface="Trebuchet MS" panose="020B0603020202020204" pitchFamily="34" charset="0"/>
              </a:rPr>
              <a:t>Easy to pass this unit if you put in reasonable effort </a:t>
            </a:r>
          </a:p>
          <a:p>
            <a:pPr lvl="1">
              <a:spcBef>
                <a:spcPts val="800"/>
              </a:spcBef>
              <a:buClr>
                <a:srgbClr val="004080"/>
              </a:buClr>
              <a:buSzPct val="90000"/>
              <a:buFont typeface="Wingdings" panose="05000000000000000000" pitchFamily="2" charset="2"/>
              <a:buChar char=""/>
              <a:defRPr/>
            </a:pPr>
            <a:r>
              <a:rPr lang="en-AU" altLang="en-US" sz="1800" dirty="0">
                <a:latin typeface="Trebuchet MS" panose="020B0603020202020204" pitchFamily="34" charset="0"/>
              </a:rPr>
              <a:t>All forms of cheating will be detected and dealt with</a:t>
            </a:r>
          </a:p>
          <a:p>
            <a:pPr marL="457200" lvl="1" indent="0">
              <a:spcBef>
                <a:spcPts val="700"/>
              </a:spcBef>
              <a:buSzPct val="90000"/>
              <a:defRPr/>
            </a:pPr>
            <a:r>
              <a:rPr lang="en-AU" altLang="en-US" sz="1800" dirty="0">
                <a:latin typeface="Trebuchet MS" panose="020B0603020202020204" pitchFamily="34" charset="0"/>
              </a:rPr>
              <a:t> </a:t>
            </a:r>
          </a:p>
        </p:txBody>
      </p:sp>
      <p:sp>
        <p:nvSpPr>
          <p:cNvPr id="37892" name="Text Box 3">
            <a:extLst>
              <a:ext uri="{FF2B5EF4-FFF2-40B4-BE49-F238E27FC236}">
                <a16:creationId xmlns:a16="http://schemas.microsoft.com/office/drawing/2014/main" id="{680AE68A-7A2F-DA0D-0813-05AB6FF1F8EC}"/>
              </a:ext>
            </a:extLst>
          </p:cNvPr>
          <p:cNvSpPr txBox="1">
            <a:spLocks noChangeArrowheads="1"/>
          </p:cNvSpPr>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fld id="{D41545DC-9C96-154C-95F6-E83E95E88B87}" type="slidenum">
              <a:rPr lang="en-US" altLang="en-US" sz="1400"/>
              <a:pPr algn="r">
                <a:spcBef>
                  <a:spcPct val="0"/>
                </a:spcBef>
                <a:buClrTx/>
                <a:buFontTx/>
                <a:buNone/>
              </a:pPr>
              <a:t>17</a:t>
            </a:fld>
            <a:endParaRPr lang="en-US" altLang="en-US" sz="140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1">
            <a:extLst>
              <a:ext uri="{FF2B5EF4-FFF2-40B4-BE49-F238E27FC236}">
                <a16:creationId xmlns:a16="http://schemas.microsoft.com/office/drawing/2014/main" id="{55870423-DEC3-98E0-14EE-5EF6450561D6}"/>
              </a:ext>
            </a:extLst>
          </p:cNvPr>
          <p:cNvSpPr txBox="1">
            <a:spLocks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r>
              <a:rPr lang="en-AU" altLang="en-US" sz="4400" i="1"/>
              <a:t>Generative AI</a:t>
            </a:r>
          </a:p>
        </p:txBody>
      </p:sp>
      <p:sp>
        <p:nvSpPr>
          <p:cNvPr id="39939" name="Text Box 2">
            <a:extLst>
              <a:ext uri="{FF2B5EF4-FFF2-40B4-BE49-F238E27FC236}">
                <a16:creationId xmlns:a16="http://schemas.microsoft.com/office/drawing/2014/main" id="{306570C3-A118-F4F7-7A22-A08CFEFD5B5B}"/>
              </a:ext>
            </a:extLst>
          </p:cNvPr>
          <p:cNvSpPr txBox="1">
            <a:spLocks noChangeArrowheads="1"/>
          </p:cNvSpPr>
          <p:nvPr/>
        </p:nvSpPr>
        <p:spPr bwMode="auto">
          <a:xfrm>
            <a:off x="685800" y="1981200"/>
            <a:ext cx="813435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Arial" panose="020B0604020202020204" pitchFamily="34" charset="0"/>
                <a:ea typeface="ＭＳ Ｐゴシック" panose="020B0600070205080204" pitchFamily="34" charset="-128"/>
              </a:defRPr>
            </a:lvl1pPr>
            <a:lvl2pPr marL="4572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Arial" panose="020B0604020202020204" pitchFamily="34" charset="0"/>
                <a:ea typeface="ＭＳ Ｐゴシック" panose="020B0600070205080204" pitchFamily="34" charset="-128"/>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Arial" panose="020B0604020202020204" pitchFamily="34" charset="0"/>
                <a:ea typeface="ＭＳ Ｐゴシック" panose="020B0600070205080204" pitchFamily="34" charset="-128"/>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Arial" panose="020B0604020202020204" pitchFamily="34" charset="0"/>
                <a:ea typeface="ＭＳ Ｐゴシック" panose="020B0600070205080204" pitchFamily="34" charset="-128"/>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49263" eaLnBrk="0" fontAlgn="base" hangingPunct="0">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49263" eaLnBrk="0" fontAlgn="base" hangingPunct="0">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49263" eaLnBrk="0" fontAlgn="base" hangingPunct="0">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49263" eaLnBrk="0" fontAlgn="base" hangingPunct="0">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Arial" panose="020B0604020202020204" pitchFamily="34" charset="0"/>
                <a:ea typeface="ＭＳ Ｐゴシック" panose="020B0600070205080204" pitchFamily="34" charset="-128"/>
              </a:defRPr>
            </a:lvl9pPr>
          </a:lstStyle>
          <a:p>
            <a:r>
              <a:rPr lang="en-AU" altLang="en-US" sz="1800" dirty="0">
                <a:solidFill>
                  <a:srgbClr val="000000"/>
                </a:solidFill>
              </a:rPr>
              <a:t>Check your assessment instructions carefully before using any generative artificial intelligence (Gen-AI) software (e.g. Chat GPT, Midjourney, GitHub Copilot, etc.). </a:t>
            </a:r>
          </a:p>
          <a:p>
            <a:r>
              <a:rPr lang="en-AU" altLang="en-US" sz="1800" dirty="0">
                <a:solidFill>
                  <a:srgbClr val="000000"/>
                </a:solidFill>
              </a:rPr>
              <a:t>You are not permitted to use Gen-AI software in any assessment task unless written permission is explicitly granted by the Unit Coordinator (e.g. within Blackboard or the assignment specifications). </a:t>
            </a:r>
          </a:p>
          <a:p>
            <a:r>
              <a:rPr lang="en-AU" altLang="en-US" sz="1800" dirty="0">
                <a:solidFill>
                  <a:srgbClr val="000000"/>
                </a:solidFill>
              </a:rPr>
              <a:t>If the use of Gen-AI software has been approved, you must document its use, apply appropriate acknowledgement and attribution rules, and include a statement as to the nature and extent of the use when submitting the assessment. </a:t>
            </a:r>
          </a:p>
          <a:p>
            <a:r>
              <a:rPr lang="en-AU" altLang="en-US" sz="1800" dirty="0">
                <a:solidFill>
                  <a:srgbClr val="000000"/>
                </a:solidFill>
              </a:rPr>
              <a:t>Unapproved, inappropriate, or undisclosed use may be dishonest or unfair behaviour, and thus considered misconduct. </a:t>
            </a:r>
          </a:p>
          <a:p>
            <a:r>
              <a:rPr lang="en-AU" altLang="en-US" sz="1800" dirty="0">
                <a:solidFill>
                  <a:srgbClr val="000000"/>
                </a:solidFill>
              </a:rPr>
              <a:t>For further information on the use of Gen-AI software see the Academic Integrity Website.</a:t>
            </a:r>
            <a:endParaRPr lang="en-AU" altLang="en-US" sz="1400" dirty="0">
              <a:solidFill>
                <a:srgbClr val="000000"/>
              </a:solidFill>
              <a:latin typeface="Trebuchet MS" panose="020B0703020202090204" pitchFamily="34" charset="0"/>
            </a:endParaRPr>
          </a:p>
          <a:p>
            <a:pPr lvl="1" indent="0">
              <a:spcBef>
                <a:spcPts val="700"/>
              </a:spcBef>
              <a:buSzPct val="90000"/>
            </a:pPr>
            <a:r>
              <a:rPr lang="en-AU" altLang="en-US" sz="1400" dirty="0">
                <a:solidFill>
                  <a:srgbClr val="000000"/>
                </a:solidFill>
                <a:latin typeface="Trebuchet MS" panose="020B0703020202090204" pitchFamily="34" charset="0"/>
              </a:rPr>
              <a:t> </a:t>
            </a:r>
          </a:p>
        </p:txBody>
      </p:sp>
      <p:sp>
        <p:nvSpPr>
          <p:cNvPr id="39940" name="Text Box 3">
            <a:extLst>
              <a:ext uri="{FF2B5EF4-FFF2-40B4-BE49-F238E27FC236}">
                <a16:creationId xmlns:a16="http://schemas.microsoft.com/office/drawing/2014/main" id="{6E93BAA4-63BD-EC55-8C2C-E5A4D15BE17F}"/>
              </a:ext>
            </a:extLst>
          </p:cNvPr>
          <p:cNvSpPr txBox="1">
            <a:spLocks noChangeArrowheads="1"/>
          </p:cNvSpPr>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fld id="{B35D03BD-10B1-F644-B832-F8029AF9326B}" type="slidenum">
              <a:rPr lang="en-US" altLang="en-US" sz="1400"/>
              <a:pPr algn="r">
                <a:spcBef>
                  <a:spcPct val="0"/>
                </a:spcBef>
                <a:buClrTx/>
                <a:buFontTx/>
                <a:buNone/>
              </a:pPr>
              <a:t>18</a:t>
            </a:fld>
            <a:endParaRPr lang="en-US" altLang="en-US" sz="140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1">
            <a:extLst>
              <a:ext uri="{FF2B5EF4-FFF2-40B4-BE49-F238E27FC236}">
                <a16:creationId xmlns:a16="http://schemas.microsoft.com/office/drawing/2014/main" id="{8CDB148F-B66F-F94E-6363-D163C6E84732}"/>
              </a:ext>
            </a:extLst>
          </p:cNvPr>
          <p:cNvSpPr txBox="1">
            <a:spLocks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r>
              <a:rPr lang="en-AU" altLang="en-US" sz="4400" i="1"/>
              <a:t>Generative AI</a:t>
            </a:r>
          </a:p>
        </p:txBody>
      </p:sp>
      <p:sp>
        <p:nvSpPr>
          <p:cNvPr id="15362" name="Text Box 2">
            <a:extLst>
              <a:ext uri="{FF2B5EF4-FFF2-40B4-BE49-F238E27FC236}">
                <a16:creationId xmlns:a16="http://schemas.microsoft.com/office/drawing/2014/main" id="{DE73E174-039C-F645-65CA-F0C23D29FF74}"/>
              </a:ext>
            </a:extLst>
          </p:cNvPr>
          <p:cNvSpPr txBox="1">
            <a:spLocks noChangeArrowheads="1"/>
          </p:cNvSpPr>
          <p:nvPr/>
        </p:nvSpPr>
        <p:spPr bwMode="auto">
          <a:xfrm>
            <a:off x="431800" y="2276475"/>
            <a:ext cx="8280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1pPr>
            <a:lvl2pPr marL="741363" indent="-28416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9pPr>
          </a:lstStyle>
          <a:p>
            <a:pPr>
              <a:spcBef>
                <a:spcPts val="800"/>
              </a:spcBef>
              <a:buClr>
                <a:srgbClr val="004080"/>
              </a:buClr>
              <a:buSzPct val="90000"/>
              <a:buFont typeface="Wingdings" panose="05000000000000000000" pitchFamily="2" charset="2"/>
              <a:buChar char=""/>
              <a:defRPr/>
            </a:pPr>
            <a:r>
              <a:rPr lang="en-AU" altLang="en-US" dirty="0">
                <a:latin typeface="Trebuchet MS" panose="020B0603020202020204" pitchFamily="34" charset="0"/>
              </a:rPr>
              <a:t>For learning, I do not have problems with you using Gen-AI tools</a:t>
            </a:r>
          </a:p>
          <a:p>
            <a:pPr lvl="1">
              <a:spcBef>
                <a:spcPts val="800"/>
              </a:spcBef>
              <a:buClr>
                <a:srgbClr val="004080"/>
              </a:buClr>
              <a:buSzPct val="90000"/>
              <a:buFont typeface="Wingdings" panose="05000000000000000000" pitchFamily="2" charset="2"/>
              <a:buChar char=""/>
              <a:defRPr/>
            </a:pPr>
            <a:r>
              <a:rPr lang="en-AU" altLang="en-US" sz="2000" dirty="0">
                <a:latin typeface="Trebuchet MS" panose="020B0603020202020204" pitchFamily="34" charset="0"/>
              </a:rPr>
              <a:t>Just to be aware that not everything a </a:t>
            </a:r>
            <a:r>
              <a:rPr lang="en-AU" altLang="en-US" sz="2000" dirty="0" err="1">
                <a:latin typeface="Trebuchet MS" panose="020B0603020202020204" pitchFamily="34" charset="0"/>
              </a:rPr>
              <a:t>GenAI</a:t>
            </a:r>
            <a:r>
              <a:rPr lang="en-AU" altLang="en-US" sz="2000" dirty="0">
                <a:latin typeface="Trebuchet MS" panose="020B0603020202020204" pitchFamily="34" charset="0"/>
              </a:rPr>
              <a:t> tool produces is correct</a:t>
            </a:r>
          </a:p>
          <a:p>
            <a:pPr>
              <a:spcBef>
                <a:spcPts val="800"/>
              </a:spcBef>
              <a:buClr>
                <a:srgbClr val="004080"/>
              </a:buClr>
              <a:buSzPct val="90000"/>
              <a:buFont typeface="Wingdings" panose="05000000000000000000" pitchFamily="2" charset="2"/>
              <a:buChar char=""/>
              <a:defRPr/>
            </a:pPr>
            <a:r>
              <a:rPr lang="en-AU" altLang="en-US" dirty="0">
                <a:latin typeface="Trebuchet MS" panose="020B0603020202020204" pitchFamily="34" charset="0"/>
              </a:rPr>
              <a:t>For submissions (mainly PG assignment), I only approve Gen-AI for the purpose of proofreading your work</a:t>
            </a:r>
          </a:p>
          <a:p>
            <a:pPr lvl="1">
              <a:spcBef>
                <a:spcPts val="800"/>
              </a:spcBef>
              <a:buClr>
                <a:srgbClr val="004080"/>
              </a:buClr>
              <a:buSzPct val="90000"/>
              <a:buFont typeface="Wingdings" panose="05000000000000000000" pitchFamily="2" charset="2"/>
              <a:buChar char=""/>
              <a:defRPr/>
            </a:pPr>
            <a:r>
              <a:rPr lang="en-AU" altLang="en-US" sz="2000" dirty="0">
                <a:latin typeface="Trebuchet MS" panose="020B0603020202020204" pitchFamily="34" charset="0"/>
              </a:rPr>
              <a:t>You must produce the work first </a:t>
            </a:r>
          </a:p>
          <a:p>
            <a:pPr lvl="1">
              <a:spcBef>
                <a:spcPts val="800"/>
              </a:spcBef>
              <a:buClr>
                <a:srgbClr val="004080"/>
              </a:buClr>
              <a:buSzPct val="90000"/>
              <a:buFont typeface="Wingdings" panose="05000000000000000000" pitchFamily="2" charset="2"/>
              <a:buChar char=""/>
              <a:defRPr/>
            </a:pPr>
            <a:r>
              <a:rPr lang="en-AU" altLang="en-US" sz="2000" dirty="0">
                <a:latin typeface="Trebuchet MS" panose="020B0603020202020204" pitchFamily="34" charset="0"/>
              </a:rPr>
              <a:t>Obtain my written approval if other use is considered and make declaration</a:t>
            </a:r>
          </a:p>
          <a:p>
            <a:pPr lvl="1">
              <a:spcBef>
                <a:spcPts val="800"/>
              </a:spcBef>
              <a:buClr>
                <a:srgbClr val="004080"/>
              </a:buClr>
              <a:buSzPct val="90000"/>
              <a:buFont typeface="Wingdings" panose="05000000000000000000" pitchFamily="2" charset="2"/>
              <a:buChar char=""/>
              <a:defRPr/>
            </a:pPr>
            <a:r>
              <a:rPr lang="en-AU" altLang="en-US" sz="2000" dirty="0">
                <a:latin typeface="Trebuchet MS" panose="020B0603020202020204" pitchFamily="34" charset="0"/>
              </a:rPr>
              <a:t>Also show that you have completed AIP</a:t>
            </a:r>
          </a:p>
          <a:p>
            <a:pPr lvl="1">
              <a:spcBef>
                <a:spcPts val="700"/>
              </a:spcBef>
              <a:buClr>
                <a:srgbClr val="008040"/>
              </a:buClr>
              <a:buSzPct val="90000"/>
              <a:buFont typeface="Wingdings" panose="05000000000000000000" pitchFamily="2" charset="2"/>
              <a:buNone/>
              <a:defRPr/>
            </a:pPr>
            <a:endParaRPr lang="en-AU" altLang="en-US" sz="2800" dirty="0">
              <a:latin typeface="Trebuchet MS" panose="020B0603020202020204" pitchFamily="34" charset="0"/>
            </a:endParaRPr>
          </a:p>
          <a:p>
            <a:pPr lvl="1" indent="-282575">
              <a:spcBef>
                <a:spcPts val="700"/>
              </a:spcBef>
              <a:buSzPct val="90000"/>
              <a:defRPr/>
            </a:pPr>
            <a:r>
              <a:rPr lang="en-AU" altLang="en-US" sz="2800" dirty="0">
                <a:latin typeface="Trebuchet MS" panose="020B0603020202020204" pitchFamily="34" charset="0"/>
              </a:rPr>
              <a:t> </a:t>
            </a:r>
          </a:p>
        </p:txBody>
      </p:sp>
      <p:sp>
        <p:nvSpPr>
          <p:cNvPr id="41988" name="Text Box 3">
            <a:extLst>
              <a:ext uri="{FF2B5EF4-FFF2-40B4-BE49-F238E27FC236}">
                <a16:creationId xmlns:a16="http://schemas.microsoft.com/office/drawing/2014/main" id="{02D2BAFD-10C7-04BE-D4CE-CAB15BAB73B2}"/>
              </a:ext>
            </a:extLst>
          </p:cNvPr>
          <p:cNvSpPr txBox="1">
            <a:spLocks noChangeArrowheads="1"/>
          </p:cNvSpPr>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fld id="{1AC55D67-7C97-6543-8A69-0BDF1A62A62B}" type="slidenum">
              <a:rPr lang="en-US" altLang="en-US" sz="1400"/>
              <a:pPr algn="r">
                <a:spcBef>
                  <a:spcPct val="0"/>
                </a:spcBef>
                <a:buClrTx/>
                <a:buFontTx/>
                <a:buNone/>
              </a:pPr>
              <a:t>19</a:t>
            </a:fld>
            <a:endParaRPr lang="en-US" altLang="en-US" sz="140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1">
            <a:extLst>
              <a:ext uri="{FF2B5EF4-FFF2-40B4-BE49-F238E27FC236}">
                <a16:creationId xmlns:a16="http://schemas.microsoft.com/office/drawing/2014/main" id="{F61A41A7-371F-C940-E8BF-0F6A331AEE78}"/>
              </a:ext>
            </a:extLst>
          </p:cNvPr>
          <p:cNvSpPr txBox="1">
            <a:spLocks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r>
              <a:rPr lang="en-AU" altLang="en-US" sz="4400" i="1"/>
              <a:t>Learning Material</a:t>
            </a:r>
          </a:p>
        </p:txBody>
      </p:sp>
      <p:sp>
        <p:nvSpPr>
          <p:cNvPr id="15362" name="Text Box 2">
            <a:extLst>
              <a:ext uri="{FF2B5EF4-FFF2-40B4-BE49-F238E27FC236}">
                <a16:creationId xmlns:a16="http://schemas.microsoft.com/office/drawing/2014/main" id="{4F44AA54-2ACF-0BB3-83C7-34A6AAC1A106}"/>
              </a:ext>
            </a:extLst>
          </p:cNvPr>
          <p:cNvSpPr txBox="1">
            <a:spLocks noChangeArrowheads="1"/>
          </p:cNvSpPr>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1pPr>
            <a:lvl2pPr marL="741363" indent="-28416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9pPr>
          </a:lstStyle>
          <a:p>
            <a:pPr>
              <a:spcBef>
                <a:spcPts val="800"/>
              </a:spcBef>
              <a:buClr>
                <a:srgbClr val="004080"/>
              </a:buClr>
              <a:buSzPct val="90000"/>
              <a:buFont typeface="Wingdings" panose="05000000000000000000" pitchFamily="2" charset="2"/>
              <a:buChar char=""/>
              <a:defRPr/>
            </a:pPr>
            <a:r>
              <a:rPr lang="en-AU" altLang="en-US" sz="3200" dirty="0">
                <a:latin typeface="Trebuchet MS" panose="020B0603020202020204" pitchFamily="34" charset="0"/>
              </a:rPr>
              <a:t>Lecture slides</a:t>
            </a:r>
          </a:p>
          <a:p>
            <a:pPr>
              <a:spcBef>
                <a:spcPts val="800"/>
              </a:spcBef>
              <a:buClr>
                <a:srgbClr val="004080"/>
              </a:buClr>
              <a:buSzPct val="90000"/>
              <a:buFont typeface="Wingdings" panose="05000000000000000000" pitchFamily="2" charset="2"/>
              <a:buChar char=""/>
              <a:defRPr/>
            </a:pPr>
            <a:r>
              <a:rPr lang="en-AU" altLang="en-US" sz="3200" dirty="0">
                <a:latin typeface="Trebuchet MS" panose="020B0603020202020204" pitchFamily="34" charset="0"/>
              </a:rPr>
              <a:t>Reading list (Blackboard)</a:t>
            </a:r>
          </a:p>
          <a:p>
            <a:pPr lvl="1">
              <a:spcBef>
                <a:spcPts val="700"/>
              </a:spcBef>
              <a:buClr>
                <a:srgbClr val="008040"/>
              </a:buClr>
              <a:buSzPct val="90000"/>
              <a:buFont typeface="Wingdings" panose="05000000000000000000" pitchFamily="2" charset="2"/>
              <a:buChar char=""/>
              <a:defRPr/>
            </a:pPr>
            <a:r>
              <a:rPr lang="en-AU" altLang="en-US" sz="2800" dirty="0">
                <a:latin typeface="Trebuchet MS" panose="020B0603020202020204" pitchFamily="34" charset="0"/>
              </a:rPr>
              <a:t>Hard copies in library</a:t>
            </a:r>
          </a:p>
          <a:p>
            <a:pPr lvl="1">
              <a:spcBef>
                <a:spcPts val="700"/>
              </a:spcBef>
              <a:buClr>
                <a:srgbClr val="008040"/>
              </a:buClr>
              <a:buSzPct val="90000"/>
              <a:buFont typeface="Wingdings" panose="05000000000000000000" pitchFamily="2" charset="2"/>
              <a:buChar char=""/>
              <a:defRPr/>
            </a:pPr>
            <a:r>
              <a:rPr lang="en-AU" altLang="en-US" sz="2800" dirty="0">
                <a:latin typeface="Trebuchet MS" panose="020B0603020202020204" pitchFamily="34" charset="0"/>
              </a:rPr>
              <a:t>Electronic </a:t>
            </a:r>
          </a:p>
          <a:p>
            <a:pPr>
              <a:spcBef>
                <a:spcPts val="800"/>
              </a:spcBef>
              <a:buClr>
                <a:srgbClr val="004080"/>
              </a:buClr>
              <a:buSzPct val="90000"/>
              <a:buFont typeface="Wingdings" panose="05000000000000000000" pitchFamily="2" charset="2"/>
              <a:buChar char=""/>
              <a:defRPr/>
            </a:pPr>
            <a:r>
              <a:rPr lang="en-AU" altLang="en-US" sz="3200" dirty="0">
                <a:latin typeface="Trebuchet MS" panose="020B0603020202020204" pitchFamily="34" charset="0"/>
              </a:rPr>
              <a:t>Links: guides, standards, policies, etc.  </a:t>
            </a:r>
          </a:p>
          <a:p>
            <a:pPr>
              <a:spcBef>
                <a:spcPts val="800"/>
              </a:spcBef>
              <a:buClr>
                <a:srgbClr val="004080"/>
              </a:buClr>
              <a:buSzPct val="90000"/>
              <a:buFont typeface="Wingdings" panose="05000000000000000000" pitchFamily="2" charset="2"/>
              <a:buChar char=""/>
              <a:defRPr/>
            </a:pPr>
            <a:r>
              <a:rPr lang="en-AU" altLang="en-US" sz="3200" dirty="0">
                <a:latin typeface="Trebuchet MS" panose="020B0603020202020204" pitchFamily="34" charset="0"/>
              </a:rPr>
              <a:t>Your own research: self-learning is important</a:t>
            </a:r>
          </a:p>
          <a:p>
            <a:pPr lvl="1">
              <a:spcBef>
                <a:spcPts val="700"/>
              </a:spcBef>
              <a:buClr>
                <a:srgbClr val="008040"/>
              </a:buClr>
              <a:buSzPct val="90000"/>
              <a:buFont typeface="Wingdings" panose="05000000000000000000" pitchFamily="2" charset="2"/>
              <a:buNone/>
              <a:defRPr/>
            </a:pPr>
            <a:endParaRPr lang="en-AU" altLang="en-US" sz="2800" dirty="0">
              <a:latin typeface="Trebuchet MS" panose="020B0603020202020204" pitchFamily="34" charset="0"/>
            </a:endParaRPr>
          </a:p>
          <a:p>
            <a:pPr lvl="1">
              <a:spcBef>
                <a:spcPts val="700"/>
              </a:spcBef>
              <a:buClr>
                <a:srgbClr val="008040"/>
              </a:buClr>
              <a:buSzPct val="90000"/>
              <a:buFont typeface="Wingdings" panose="05000000000000000000" pitchFamily="2" charset="2"/>
              <a:buNone/>
              <a:defRPr/>
            </a:pPr>
            <a:endParaRPr lang="en-AU" altLang="en-US" sz="2800" dirty="0">
              <a:latin typeface="Trebuchet MS" panose="020B0603020202020204" pitchFamily="34" charset="0"/>
            </a:endParaRPr>
          </a:p>
          <a:p>
            <a:pPr lvl="1" indent="-282575">
              <a:spcBef>
                <a:spcPts val="700"/>
              </a:spcBef>
              <a:buSzPct val="90000"/>
              <a:defRPr/>
            </a:pPr>
            <a:r>
              <a:rPr lang="en-AU" altLang="en-US" sz="2800" dirty="0">
                <a:latin typeface="Trebuchet MS" panose="020B0603020202020204" pitchFamily="34" charset="0"/>
              </a:rPr>
              <a:t> </a:t>
            </a:r>
          </a:p>
        </p:txBody>
      </p:sp>
      <p:sp>
        <p:nvSpPr>
          <p:cNvPr id="44036" name="Text Box 3">
            <a:extLst>
              <a:ext uri="{FF2B5EF4-FFF2-40B4-BE49-F238E27FC236}">
                <a16:creationId xmlns:a16="http://schemas.microsoft.com/office/drawing/2014/main" id="{75858403-1D67-D1DF-80B7-7DAAA2A915E9}"/>
              </a:ext>
            </a:extLst>
          </p:cNvPr>
          <p:cNvSpPr txBox="1">
            <a:spLocks noChangeArrowheads="1"/>
          </p:cNvSpPr>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fld id="{FC895E7B-D3CB-184A-B81A-BF21649FE26F}" type="slidenum">
              <a:rPr lang="en-US" altLang="en-US" sz="1400"/>
              <a:pPr algn="r">
                <a:spcBef>
                  <a:spcPct val="0"/>
                </a:spcBef>
                <a:buClrTx/>
                <a:buFontTx/>
                <a:buNone/>
              </a:pPr>
              <a:t>20</a:t>
            </a:fld>
            <a:endParaRPr lang="en-US" altLang="en-US" sz="140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1">
            <a:extLst>
              <a:ext uri="{FF2B5EF4-FFF2-40B4-BE49-F238E27FC236}">
                <a16:creationId xmlns:a16="http://schemas.microsoft.com/office/drawing/2014/main" id="{29562DEC-5AAE-18A3-4E6E-9E8EF30CDE85}"/>
              </a:ext>
            </a:extLst>
          </p:cNvPr>
          <p:cNvSpPr txBox="1">
            <a:spLocks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r>
              <a:rPr lang="en-AU" altLang="en-US" sz="4400" i="1"/>
              <a:t>Help and Support</a:t>
            </a:r>
          </a:p>
        </p:txBody>
      </p:sp>
      <p:sp>
        <p:nvSpPr>
          <p:cNvPr id="16386" name="Text Box 2">
            <a:extLst>
              <a:ext uri="{FF2B5EF4-FFF2-40B4-BE49-F238E27FC236}">
                <a16:creationId xmlns:a16="http://schemas.microsoft.com/office/drawing/2014/main" id="{FAF0D358-6FFB-5F17-C59B-BA9F0FD2FBCA}"/>
              </a:ext>
            </a:extLst>
          </p:cNvPr>
          <p:cNvSpPr txBox="1">
            <a:spLocks noChangeArrowheads="1"/>
          </p:cNvSpPr>
          <p:nvPr/>
        </p:nvSpPr>
        <p:spPr bwMode="auto">
          <a:xfrm>
            <a:off x="685800" y="1981200"/>
            <a:ext cx="8278813"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1pPr>
            <a:lvl2pPr marL="741363" indent="-28416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9pPr>
          </a:lstStyle>
          <a:p>
            <a:pPr>
              <a:spcBef>
                <a:spcPts val="800"/>
              </a:spcBef>
              <a:buClr>
                <a:srgbClr val="004080"/>
              </a:buClr>
              <a:buSzPct val="90000"/>
              <a:buFont typeface="Wingdings" panose="05000000000000000000" pitchFamily="2" charset="2"/>
              <a:buChar char=""/>
              <a:defRPr/>
            </a:pPr>
            <a:r>
              <a:rPr lang="en-AU" altLang="en-US" sz="3200" dirty="0">
                <a:latin typeface="Trebuchet MS" panose="020B0603020202020204" pitchFamily="34" charset="0"/>
              </a:rPr>
              <a:t>Ask questions</a:t>
            </a:r>
          </a:p>
          <a:p>
            <a:pPr lvl="1">
              <a:spcBef>
                <a:spcPts val="700"/>
              </a:spcBef>
              <a:buClr>
                <a:srgbClr val="008040"/>
              </a:buClr>
              <a:buSzPct val="90000"/>
              <a:buFont typeface="Wingdings" panose="05000000000000000000" pitchFamily="2" charset="2"/>
              <a:buChar char=""/>
              <a:defRPr/>
            </a:pPr>
            <a:r>
              <a:rPr lang="en-AU" altLang="en-US" sz="2800" dirty="0">
                <a:latin typeface="Trebuchet MS" panose="020B0603020202020204" pitchFamily="34" charset="0"/>
              </a:rPr>
              <a:t>During lecture &amp; tutorial</a:t>
            </a:r>
          </a:p>
          <a:p>
            <a:pPr lvl="1">
              <a:spcBef>
                <a:spcPts val="700"/>
              </a:spcBef>
              <a:buClr>
                <a:srgbClr val="008040"/>
              </a:buClr>
              <a:buSzPct val="90000"/>
              <a:buFont typeface="Wingdings" panose="05000000000000000000" pitchFamily="2" charset="2"/>
              <a:buChar char=""/>
              <a:defRPr/>
            </a:pPr>
            <a:r>
              <a:rPr lang="en-AU" altLang="en-US" sz="2800" dirty="0">
                <a:latin typeface="Trebuchet MS" panose="020B0603020202020204" pitchFamily="34" charset="0"/>
              </a:rPr>
              <a:t>Discussion Board</a:t>
            </a:r>
          </a:p>
          <a:p>
            <a:pPr lvl="2">
              <a:spcBef>
                <a:spcPts val="600"/>
              </a:spcBef>
              <a:buClr>
                <a:srgbClr val="800000"/>
              </a:buClr>
              <a:buSzPct val="90000"/>
              <a:buFont typeface="Wingdings" panose="05000000000000000000" pitchFamily="2" charset="2"/>
              <a:buChar char=""/>
              <a:defRPr/>
            </a:pPr>
            <a:r>
              <a:rPr lang="en-AU" altLang="en-US" dirty="0">
                <a:latin typeface="Trebuchet MS" panose="020B0603020202020204" pitchFamily="34" charset="0"/>
              </a:rPr>
              <a:t>General questions</a:t>
            </a:r>
          </a:p>
          <a:p>
            <a:pPr lvl="2">
              <a:spcBef>
                <a:spcPts val="600"/>
              </a:spcBef>
              <a:buClr>
                <a:srgbClr val="800000"/>
              </a:buClr>
              <a:buSzPct val="90000"/>
              <a:buFont typeface="Wingdings" panose="05000000000000000000" pitchFamily="2" charset="2"/>
              <a:buChar char=""/>
              <a:defRPr/>
            </a:pPr>
            <a:r>
              <a:rPr lang="en-AU" altLang="en-US" dirty="0">
                <a:latin typeface="Trebuchet MS" panose="020B0603020202020204" pitchFamily="34" charset="0"/>
              </a:rPr>
              <a:t>Anonymous</a:t>
            </a:r>
          </a:p>
          <a:p>
            <a:pPr lvl="2">
              <a:spcBef>
                <a:spcPts val="600"/>
              </a:spcBef>
              <a:buClr>
                <a:srgbClr val="800000"/>
              </a:buClr>
              <a:buSzPct val="90000"/>
              <a:buFont typeface="Wingdings" panose="05000000000000000000" pitchFamily="2" charset="2"/>
              <a:buChar char=""/>
              <a:defRPr/>
            </a:pPr>
            <a:r>
              <a:rPr lang="en-AU" altLang="en-US" dirty="0">
                <a:latin typeface="Trebuchet MS" panose="020B0603020202020204" pitchFamily="34" charset="0"/>
              </a:rPr>
              <a:t>Most effective</a:t>
            </a:r>
          </a:p>
          <a:p>
            <a:pPr lvl="1">
              <a:spcBef>
                <a:spcPts val="700"/>
              </a:spcBef>
              <a:buClr>
                <a:srgbClr val="008040"/>
              </a:buClr>
              <a:buSzPct val="90000"/>
              <a:buFont typeface="Wingdings" panose="05000000000000000000" pitchFamily="2" charset="2"/>
              <a:buChar char=""/>
              <a:defRPr/>
            </a:pPr>
            <a:r>
              <a:rPr lang="en-AU" altLang="en-US" sz="2800" dirty="0">
                <a:latin typeface="Trebuchet MS" panose="020B0603020202020204" pitchFamily="34" charset="0"/>
              </a:rPr>
              <a:t>Consultation</a:t>
            </a:r>
          </a:p>
          <a:p>
            <a:pPr lvl="2">
              <a:spcBef>
                <a:spcPts val="600"/>
              </a:spcBef>
              <a:buClr>
                <a:srgbClr val="800000"/>
              </a:buClr>
              <a:buSzPct val="90000"/>
              <a:buFont typeface="Wingdings" panose="05000000000000000000" pitchFamily="2" charset="2"/>
              <a:buChar char=""/>
              <a:defRPr/>
            </a:pPr>
            <a:r>
              <a:rPr lang="en-AU" altLang="en-US" dirty="0">
                <a:latin typeface="Trebuchet MS" panose="020B0603020202020204" pitchFamily="34" charset="0"/>
              </a:rPr>
              <a:t>Private matters (cannot be answered in class or on Discussion Board)</a:t>
            </a:r>
          </a:p>
          <a:p>
            <a:pPr lvl="1">
              <a:spcBef>
                <a:spcPts val="700"/>
              </a:spcBef>
              <a:buClr>
                <a:srgbClr val="008040"/>
              </a:buClr>
              <a:buSzPct val="90000"/>
              <a:buFont typeface="Wingdings" panose="05000000000000000000" pitchFamily="2" charset="2"/>
              <a:buNone/>
              <a:defRPr/>
            </a:pPr>
            <a:endParaRPr lang="en-AU" altLang="en-US" sz="2800" dirty="0">
              <a:latin typeface="Trebuchet MS" panose="020B0603020202020204" pitchFamily="34" charset="0"/>
            </a:endParaRPr>
          </a:p>
          <a:p>
            <a:pPr lvl="1" indent="-282575">
              <a:spcBef>
                <a:spcPts val="700"/>
              </a:spcBef>
              <a:buSzPct val="90000"/>
              <a:defRPr/>
            </a:pPr>
            <a:r>
              <a:rPr lang="en-AU" altLang="en-US" sz="2800" dirty="0">
                <a:latin typeface="Trebuchet MS" panose="020B0603020202020204" pitchFamily="34" charset="0"/>
              </a:rPr>
              <a:t> </a:t>
            </a:r>
          </a:p>
        </p:txBody>
      </p:sp>
      <p:sp>
        <p:nvSpPr>
          <p:cNvPr id="46084" name="Text Box 3">
            <a:extLst>
              <a:ext uri="{FF2B5EF4-FFF2-40B4-BE49-F238E27FC236}">
                <a16:creationId xmlns:a16="http://schemas.microsoft.com/office/drawing/2014/main" id="{492B3BDA-F88D-5D64-AFAA-0717BEAEF05C}"/>
              </a:ext>
            </a:extLst>
          </p:cNvPr>
          <p:cNvSpPr txBox="1">
            <a:spLocks noChangeArrowheads="1"/>
          </p:cNvSpPr>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fld id="{13C2985C-5A90-CD44-AB66-AE238E8C0BFA}" type="slidenum">
              <a:rPr lang="en-US" altLang="en-US" sz="1400"/>
              <a:pPr algn="r">
                <a:spcBef>
                  <a:spcPct val="0"/>
                </a:spcBef>
                <a:buClrTx/>
                <a:buFontTx/>
                <a:buNone/>
              </a:pPr>
              <a:t>21</a:t>
            </a:fld>
            <a:endParaRPr lang="en-US" altLang="en-US" sz="140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1">
            <a:extLst>
              <a:ext uri="{FF2B5EF4-FFF2-40B4-BE49-F238E27FC236}">
                <a16:creationId xmlns:a16="http://schemas.microsoft.com/office/drawing/2014/main" id="{848DD060-9500-0F2C-D1C6-F36F9DE7C23C}"/>
              </a:ext>
            </a:extLst>
          </p:cNvPr>
          <p:cNvSpPr txBox="1">
            <a:spLocks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r>
              <a:rPr lang="en-AU" altLang="en-US" sz="4400" i="1"/>
              <a:t>How To Study Effectively</a:t>
            </a:r>
          </a:p>
        </p:txBody>
      </p:sp>
      <p:sp>
        <p:nvSpPr>
          <p:cNvPr id="17410" name="Text Box 2">
            <a:extLst>
              <a:ext uri="{FF2B5EF4-FFF2-40B4-BE49-F238E27FC236}">
                <a16:creationId xmlns:a16="http://schemas.microsoft.com/office/drawing/2014/main" id="{E43C7E56-68DB-A724-141B-DFF22024F883}"/>
              </a:ext>
            </a:extLst>
          </p:cNvPr>
          <p:cNvSpPr txBox="1">
            <a:spLocks noChangeArrowheads="1"/>
          </p:cNvSpPr>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1pPr>
            <a:lvl2pPr marL="741363" indent="-28416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defRPr>
            </a:lvl9pPr>
          </a:lstStyle>
          <a:p>
            <a:pPr>
              <a:spcBef>
                <a:spcPts val="800"/>
              </a:spcBef>
              <a:buClr>
                <a:srgbClr val="004080"/>
              </a:buClr>
              <a:buSzPct val="90000"/>
              <a:buFont typeface="Wingdings" panose="05000000000000000000" pitchFamily="2" charset="2"/>
              <a:buChar char=""/>
              <a:defRPr/>
            </a:pPr>
            <a:r>
              <a:rPr lang="en-AU" altLang="en-US" sz="2800" dirty="0">
                <a:latin typeface="Trebuchet MS" panose="020B0603020202020204" pitchFamily="34" charset="0"/>
              </a:rPr>
              <a:t>Understand concepts well</a:t>
            </a:r>
          </a:p>
          <a:p>
            <a:pPr lvl="1">
              <a:spcBef>
                <a:spcPts val="700"/>
              </a:spcBef>
              <a:buClr>
                <a:srgbClr val="008040"/>
              </a:buClr>
              <a:buSzPct val="90000"/>
              <a:buFont typeface="Wingdings" panose="05000000000000000000" pitchFamily="2" charset="2"/>
              <a:buChar char=""/>
              <a:defRPr/>
            </a:pPr>
            <a:r>
              <a:rPr lang="en-AU" altLang="en-US" dirty="0">
                <a:latin typeface="Trebuchet MS" panose="020B0603020202020204" pitchFamily="34" charset="0"/>
              </a:rPr>
              <a:t>Recall, identify, compare, analyse, evaluate</a:t>
            </a:r>
          </a:p>
          <a:p>
            <a:pPr lvl="1">
              <a:spcBef>
                <a:spcPts val="700"/>
              </a:spcBef>
              <a:buClr>
                <a:srgbClr val="008040"/>
              </a:buClr>
              <a:buSzPct val="90000"/>
              <a:buFont typeface="Wingdings" panose="05000000000000000000" pitchFamily="2" charset="2"/>
              <a:buChar char=""/>
              <a:defRPr/>
            </a:pPr>
            <a:r>
              <a:rPr lang="en-AU" altLang="en-US" dirty="0">
                <a:latin typeface="Trebuchet MS" panose="020B0603020202020204" pitchFamily="34" charset="0"/>
              </a:rPr>
              <a:t>Find real-world examples</a:t>
            </a:r>
          </a:p>
          <a:p>
            <a:pPr>
              <a:spcBef>
                <a:spcPts val="800"/>
              </a:spcBef>
              <a:buClr>
                <a:srgbClr val="004080"/>
              </a:buClr>
              <a:buSzPct val="90000"/>
              <a:buFont typeface="Wingdings" panose="05000000000000000000" pitchFamily="2" charset="2"/>
              <a:buChar char=""/>
              <a:defRPr/>
            </a:pPr>
            <a:r>
              <a:rPr lang="en-AU" altLang="en-US" sz="2800" dirty="0">
                <a:latin typeface="Trebuchet MS" panose="020B0603020202020204" pitchFamily="34" charset="0"/>
              </a:rPr>
              <a:t>Proactively attend lecture and tutorial</a:t>
            </a:r>
          </a:p>
          <a:p>
            <a:pPr>
              <a:spcBef>
                <a:spcPts val="800"/>
              </a:spcBef>
              <a:buClr>
                <a:srgbClr val="004080"/>
              </a:buClr>
              <a:buSzPct val="90000"/>
              <a:buFont typeface="Wingdings" panose="05000000000000000000" pitchFamily="2" charset="2"/>
              <a:buChar char=""/>
              <a:defRPr/>
            </a:pPr>
            <a:r>
              <a:rPr lang="en-AU" altLang="en-US" sz="2800" dirty="0">
                <a:latin typeface="Trebuchet MS" panose="020B0603020202020204" pitchFamily="34" charset="0"/>
              </a:rPr>
              <a:t>Attempt quizzes, tutorial questions, mock tests and mock exam</a:t>
            </a:r>
          </a:p>
          <a:p>
            <a:pPr>
              <a:spcBef>
                <a:spcPts val="800"/>
              </a:spcBef>
              <a:buClr>
                <a:srgbClr val="004080"/>
              </a:buClr>
              <a:buSzPct val="90000"/>
              <a:buFont typeface="Wingdings" panose="05000000000000000000" pitchFamily="2" charset="2"/>
              <a:buChar char=""/>
              <a:defRPr/>
            </a:pPr>
            <a:r>
              <a:rPr lang="en-AU" altLang="en-US" sz="2800" dirty="0">
                <a:latin typeface="Trebuchet MS" panose="020B0603020202020204" pitchFamily="34" charset="0"/>
              </a:rPr>
              <a:t>Read provided material and outside</a:t>
            </a:r>
          </a:p>
          <a:p>
            <a:pPr>
              <a:spcBef>
                <a:spcPts val="800"/>
              </a:spcBef>
              <a:buClr>
                <a:srgbClr val="004080"/>
              </a:buClr>
              <a:buSzPct val="90000"/>
              <a:buFont typeface="Wingdings" panose="05000000000000000000" pitchFamily="2" charset="2"/>
              <a:buChar char=""/>
              <a:defRPr/>
            </a:pPr>
            <a:r>
              <a:rPr lang="en-AU" altLang="en-US" sz="2800" dirty="0">
                <a:latin typeface="Trebuchet MS" panose="020B0603020202020204" pitchFamily="34" charset="0"/>
              </a:rPr>
              <a:t>Ask questions</a:t>
            </a:r>
          </a:p>
          <a:p>
            <a:pPr>
              <a:spcBef>
                <a:spcPts val="800"/>
              </a:spcBef>
              <a:buClr>
                <a:srgbClr val="004080"/>
              </a:buClr>
              <a:buSzPct val="90000"/>
              <a:buFont typeface="Wingdings" panose="05000000000000000000" pitchFamily="2" charset="2"/>
              <a:buChar char=""/>
              <a:defRPr/>
            </a:pPr>
            <a:r>
              <a:rPr lang="en-AU" altLang="en-US" sz="2800" dirty="0">
                <a:latin typeface="Trebuchet MS" panose="020B0603020202020204" pitchFamily="34" charset="0"/>
              </a:rPr>
              <a:t>Check out Discussion Board/Discord regularly</a:t>
            </a:r>
          </a:p>
          <a:p>
            <a:pPr lvl="1" indent="-282575">
              <a:spcBef>
                <a:spcPts val="700"/>
              </a:spcBef>
              <a:buSzPct val="90000"/>
              <a:defRPr/>
            </a:pPr>
            <a:r>
              <a:rPr lang="en-AU" altLang="en-US" dirty="0">
                <a:latin typeface="Trebuchet MS" panose="020B0603020202020204" pitchFamily="34" charset="0"/>
              </a:rPr>
              <a:t> </a:t>
            </a:r>
          </a:p>
        </p:txBody>
      </p:sp>
      <p:sp>
        <p:nvSpPr>
          <p:cNvPr id="48132" name="Text Box 3">
            <a:extLst>
              <a:ext uri="{FF2B5EF4-FFF2-40B4-BE49-F238E27FC236}">
                <a16:creationId xmlns:a16="http://schemas.microsoft.com/office/drawing/2014/main" id="{EF8FDB79-6B12-2462-02F2-7A0293EF6832}"/>
              </a:ext>
            </a:extLst>
          </p:cNvPr>
          <p:cNvSpPr txBox="1">
            <a:spLocks noChangeArrowheads="1"/>
          </p:cNvSpPr>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fld id="{741F407E-2586-7247-899B-AADF2E2E0B7E}" type="slidenum">
              <a:rPr lang="en-US" altLang="en-US" sz="1400"/>
              <a:pPr algn="r">
                <a:spcBef>
                  <a:spcPct val="0"/>
                </a:spcBef>
                <a:buClrTx/>
                <a:buFontTx/>
                <a:buNone/>
              </a:pPr>
              <a:t>22</a:t>
            </a:fld>
            <a:endParaRPr lang="en-US" altLang="en-US" sz="140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1">
            <a:extLst>
              <a:ext uri="{FF2B5EF4-FFF2-40B4-BE49-F238E27FC236}">
                <a16:creationId xmlns:a16="http://schemas.microsoft.com/office/drawing/2014/main" id="{4924B77C-DD27-599A-D3AC-96DD3D945C1B}"/>
              </a:ext>
            </a:extLst>
          </p:cNvPr>
          <p:cNvSpPr txBox="1">
            <a:spLocks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r>
              <a:rPr lang="en-AU" altLang="en-US" sz="4400" i="1"/>
              <a:t>How To Study Effectively</a:t>
            </a:r>
          </a:p>
        </p:txBody>
      </p:sp>
      <p:sp>
        <p:nvSpPr>
          <p:cNvPr id="50179" name="Text Box 2">
            <a:extLst>
              <a:ext uri="{FF2B5EF4-FFF2-40B4-BE49-F238E27FC236}">
                <a16:creationId xmlns:a16="http://schemas.microsoft.com/office/drawing/2014/main" id="{B8014A9F-57B0-D051-E54A-263A6FD138BF}"/>
              </a:ext>
            </a:extLst>
          </p:cNvPr>
          <p:cNvSpPr txBox="1">
            <a:spLocks noChangeArrowheads="1"/>
          </p:cNvSpPr>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8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3200">
                <a:solidFill>
                  <a:srgbClr val="000000"/>
                </a:solidFill>
                <a:latin typeface="Trebuchet MS" panose="020B0703020202090204" pitchFamily="34" charset="0"/>
                <a:ea typeface="ＭＳ Ｐゴシック" panose="020B0600070205080204" pitchFamily="34" charset="-128"/>
              </a:defRPr>
            </a:lvl1pPr>
            <a:lvl2pPr marL="741363" indent="-28416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9pPr>
          </a:lstStyle>
          <a:p>
            <a:pPr>
              <a:buClr>
                <a:srgbClr val="004080"/>
              </a:buClr>
              <a:buSzPct val="90000"/>
              <a:buFont typeface="Wingdings" pitchFamily="2" charset="2"/>
              <a:buChar char=""/>
            </a:pPr>
            <a:r>
              <a:rPr lang="en-AU" altLang="en-US" sz="2800"/>
              <a:t>NOTE: many FCDS questions are open</a:t>
            </a:r>
          </a:p>
          <a:p>
            <a:pPr lvl="1">
              <a:buClr>
                <a:srgbClr val="008040"/>
              </a:buClr>
              <a:buSzPct val="90000"/>
              <a:buFont typeface="Wingdings" pitchFamily="2" charset="2"/>
              <a:buChar char=""/>
            </a:pPr>
            <a:r>
              <a:rPr lang="en-AU" altLang="en-US" sz="2400"/>
              <a:t>More than one way to answer</a:t>
            </a:r>
          </a:p>
          <a:p>
            <a:pPr lvl="1">
              <a:buClr>
                <a:srgbClr val="008040"/>
              </a:buClr>
              <a:buSzPct val="90000"/>
              <a:buFont typeface="Wingdings" pitchFamily="2" charset="2"/>
              <a:buChar char=""/>
            </a:pPr>
            <a:r>
              <a:rPr lang="en-AU" altLang="en-US" sz="2400"/>
              <a:t>Depending on how you construct your arguments</a:t>
            </a:r>
          </a:p>
          <a:p>
            <a:pPr lvl="1">
              <a:buClr>
                <a:srgbClr val="008040"/>
              </a:buClr>
              <a:buSzPct val="90000"/>
              <a:buFont typeface="Wingdings" pitchFamily="2" charset="2"/>
              <a:buChar char=""/>
            </a:pPr>
            <a:r>
              <a:rPr lang="en-AU" altLang="en-US" sz="2400"/>
              <a:t>Be confident</a:t>
            </a:r>
          </a:p>
          <a:p>
            <a:pPr lvl="1">
              <a:buClr>
                <a:srgbClr val="008040"/>
              </a:buClr>
              <a:buSzPct val="90000"/>
              <a:buFont typeface="Wingdings" pitchFamily="2" charset="2"/>
              <a:buChar char=""/>
            </a:pPr>
            <a:r>
              <a:rPr lang="en-AU" altLang="en-US" sz="2400"/>
              <a:t>Be precise: answer only what the question asks you</a:t>
            </a:r>
          </a:p>
          <a:p>
            <a:pPr lvl="1">
              <a:buClr>
                <a:srgbClr val="008040"/>
              </a:buClr>
              <a:buSzPct val="90000"/>
              <a:buFont typeface="Wingdings" pitchFamily="2" charset="2"/>
              <a:buChar char=""/>
            </a:pPr>
            <a:r>
              <a:rPr lang="en-AU" altLang="en-US" sz="2400"/>
              <a:t>Be concise: avoid producing lengthy answers more than what needed to convey the main ideas</a:t>
            </a:r>
          </a:p>
          <a:p>
            <a:pPr lvl="2">
              <a:buClr>
                <a:srgbClr val="800000"/>
              </a:buClr>
              <a:buSzPct val="90000"/>
              <a:buFont typeface="Wingdings" pitchFamily="2" charset="2"/>
              <a:buChar char=""/>
            </a:pPr>
            <a:r>
              <a:rPr lang="en-AU" altLang="en-US" sz="2000"/>
              <a:t>Practise and obtain feedback</a:t>
            </a:r>
          </a:p>
        </p:txBody>
      </p:sp>
      <p:sp>
        <p:nvSpPr>
          <p:cNvPr id="50180" name="Text Box 3">
            <a:extLst>
              <a:ext uri="{FF2B5EF4-FFF2-40B4-BE49-F238E27FC236}">
                <a16:creationId xmlns:a16="http://schemas.microsoft.com/office/drawing/2014/main" id="{A391AD12-9A67-FED8-EF2B-F55548A74BCF}"/>
              </a:ext>
            </a:extLst>
          </p:cNvPr>
          <p:cNvSpPr txBox="1">
            <a:spLocks noChangeArrowheads="1"/>
          </p:cNvSpPr>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fld id="{07276A83-B226-804B-8725-084A1875A06A}" type="slidenum">
              <a:rPr lang="en-US" altLang="en-US" sz="1400"/>
              <a:pPr algn="r">
                <a:spcBef>
                  <a:spcPct val="0"/>
                </a:spcBef>
                <a:buClrTx/>
                <a:buFontTx/>
                <a:buNone/>
              </a:pPr>
              <a:t>23</a:t>
            </a:fld>
            <a:endParaRPr lang="en-US" altLang="en-US" sz="140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1">
            <a:extLst>
              <a:ext uri="{FF2B5EF4-FFF2-40B4-BE49-F238E27FC236}">
                <a16:creationId xmlns:a16="http://schemas.microsoft.com/office/drawing/2014/main" id="{1CAA1589-58BB-3F43-8774-3F0229B360D8}"/>
              </a:ext>
            </a:extLst>
          </p:cNvPr>
          <p:cNvSpPr txBox="1">
            <a:spLocks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r>
              <a:rPr lang="en-AU" altLang="en-US" sz="4400" i="1"/>
              <a:t>Notes</a:t>
            </a:r>
          </a:p>
        </p:txBody>
      </p:sp>
      <p:sp>
        <p:nvSpPr>
          <p:cNvPr id="52227" name="Text Box 2">
            <a:extLst>
              <a:ext uri="{FF2B5EF4-FFF2-40B4-BE49-F238E27FC236}">
                <a16:creationId xmlns:a16="http://schemas.microsoft.com/office/drawing/2014/main" id="{475E9AE5-AD4B-D0A6-BE65-861837D8100F}"/>
              </a:ext>
            </a:extLst>
          </p:cNvPr>
          <p:cNvSpPr txBox="1">
            <a:spLocks noChangeArrowheads="1"/>
          </p:cNvSpPr>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8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3200">
                <a:solidFill>
                  <a:srgbClr val="000000"/>
                </a:solidFill>
                <a:latin typeface="Trebuchet MS" panose="020B0703020202090204" pitchFamily="34" charset="0"/>
                <a:ea typeface="ＭＳ Ｐゴシック" panose="020B0600070205080204" pitchFamily="34" charset="-128"/>
              </a:defRPr>
            </a:lvl1pPr>
            <a:lvl2pPr marL="741363" indent="-28416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9pPr>
          </a:lstStyle>
          <a:p>
            <a:pPr>
              <a:buClr>
                <a:srgbClr val="004080"/>
              </a:buClr>
              <a:buSzPct val="90000"/>
              <a:buFont typeface="Wingdings" pitchFamily="2" charset="2"/>
              <a:buChar char=""/>
            </a:pPr>
            <a:r>
              <a:rPr lang="en-AU" altLang="en-US" dirty="0"/>
              <a:t>The unit is being revised</a:t>
            </a:r>
          </a:p>
          <a:p>
            <a:pPr>
              <a:buClr>
                <a:srgbClr val="004080"/>
              </a:buClr>
              <a:buSzPct val="90000"/>
              <a:buFont typeface="Wingdings" pitchFamily="2" charset="2"/>
              <a:buChar char=""/>
            </a:pPr>
            <a:r>
              <a:rPr lang="en-AU" altLang="en-US" dirty="0"/>
              <a:t>Minor changes to lecture slides and tutorial worksheets</a:t>
            </a:r>
          </a:p>
          <a:p>
            <a:pPr lvl="1">
              <a:buClr>
                <a:srgbClr val="008040"/>
              </a:buClr>
              <a:buSzPct val="90000"/>
              <a:buFont typeface="Wingdings" pitchFamily="2" charset="2"/>
              <a:buChar char=""/>
            </a:pPr>
            <a:r>
              <a:rPr lang="en-AU" altLang="en-US" dirty="0"/>
              <a:t>Obtain the latest version</a:t>
            </a:r>
          </a:p>
          <a:p>
            <a:pPr lvl="1">
              <a:buClr>
                <a:srgbClr val="008040"/>
              </a:buClr>
              <a:buSzPct val="90000"/>
              <a:buFont typeface="Wingdings" pitchFamily="2" charset="2"/>
              <a:buChar char=""/>
            </a:pPr>
            <a:r>
              <a:rPr lang="en-AU" altLang="en-US" dirty="0"/>
              <a:t>Visit Blackboard regularly</a:t>
            </a:r>
          </a:p>
        </p:txBody>
      </p:sp>
      <p:sp>
        <p:nvSpPr>
          <p:cNvPr id="52228" name="Text Box 3">
            <a:extLst>
              <a:ext uri="{FF2B5EF4-FFF2-40B4-BE49-F238E27FC236}">
                <a16:creationId xmlns:a16="http://schemas.microsoft.com/office/drawing/2014/main" id="{339F537A-9535-BD9E-2504-51A64A9DB885}"/>
              </a:ext>
            </a:extLst>
          </p:cNvPr>
          <p:cNvSpPr txBox="1">
            <a:spLocks noChangeArrowheads="1"/>
          </p:cNvSpPr>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fld id="{5E4D9B4A-F728-5144-910E-17A13F23468E}" type="slidenum">
              <a:rPr lang="en-US" altLang="en-US" sz="1400"/>
              <a:pPr algn="r">
                <a:spcBef>
                  <a:spcPct val="0"/>
                </a:spcBef>
                <a:buClrTx/>
                <a:buFontTx/>
                <a:buNone/>
              </a:pPr>
              <a:t>24</a:t>
            </a:fld>
            <a:endParaRPr lang="en-US" altLang="en-US" sz="140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1">
            <a:extLst>
              <a:ext uri="{FF2B5EF4-FFF2-40B4-BE49-F238E27FC236}">
                <a16:creationId xmlns:a16="http://schemas.microsoft.com/office/drawing/2014/main" id="{45C160D2-E4BD-1DF3-F355-9CE602A48CD5}"/>
              </a:ext>
            </a:extLst>
          </p:cNvPr>
          <p:cNvSpPr txBox="1">
            <a:spLocks noChangeArrowheads="1"/>
          </p:cNvSpPr>
          <p:nvPr/>
        </p:nvSpPr>
        <p:spPr bwMode="auto">
          <a:xfrm>
            <a:off x="685800" y="5429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r>
              <a:rPr lang="en-AU" altLang="en-US" sz="4400" i="1"/>
              <a:t>Feedback</a:t>
            </a:r>
          </a:p>
        </p:txBody>
      </p:sp>
      <p:sp>
        <p:nvSpPr>
          <p:cNvPr id="54275" name="Text Box 2">
            <a:extLst>
              <a:ext uri="{FF2B5EF4-FFF2-40B4-BE49-F238E27FC236}">
                <a16:creationId xmlns:a16="http://schemas.microsoft.com/office/drawing/2014/main" id="{6E9F574C-91BC-89B8-5AA6-B5EC01EE2246}"/>
              </a:ext>
            </a:extLst>
          </p:cNvPr>
          <p:cNvSpPr txBox="1">
            <a:spLocks noChangeArrowheads="1"/>
          </p:cNvSpPr>
          <p:nvPr/>
        </p:nvSpPr>
        <p:spPr bwMode="auto">
          <a:xfrm>
            <a:off x="674409" y="1484784"/>
            <a:ext cx="7772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8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3200">
                <a:solidFill>
                  <a:srgbClr val="000000"/>
                </a:solidFill>
                <a:latin typeface="Trebuchet MS" panose="020B0703020202090204" pitchFamily="34" charset="0"/>
                <a:ea typeface="ＭＳ Ｐゴシック" panose="020B0600070205080204" pitchFamily="34" charset="-128"/>
              </a:defRPr>
            </a:lvl1pPr>
            <a:lvl2pPr marL="741363" indent="-28416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Trebuchet MS" panose="020B0703020202090204" pitchFamily="34" charset="0"/>
                <a:ea typeface="ＭＳ Ｐゴシック" panose="020B0600070205080204" pitchFamily="34" charset="-128"/>
              </a:defRPr>
            </a:lvl9pPr>
          </a:lstStyle>
          <a:p>
            <a:pPr>
              <a:buClr>
                <a:srgbClr val="004080"/>
              </a:buClr>
              <a:buSzPct val="90000"/>
              <a:buFont typeface="Wingdings" pitchFamily="2" charset="2"/>
              <a:buChar char=""/>
            </a:pPr>
            <a:r>
              <a:rPr lang="en-AU" altLang="en-US" sz="2800" dirty="0"/>
              <a:t>Important for Both of U</a:t>
            </a:r>
            <a:r>
              <a:rPr lang="en-US" altLang="zh-CN" sz="2800" dirty="0"/>
              <a:t>S</a:t>
            </a:r>
            <a:endParaRPr lang="en-AU" altLang="en-US" sz="2800" dirty="0"/>
          </a:p>
          <a:p>
            <a:pPr lvl="1">
              <a:buClr>
                <a:srgbClr val="008040"/>
              </a:buClr>
              <a:buSzPct val="90000"/>
              <a:buFont typeface="Wingdings" pitchFamily="2" charset="2"/>
              <a:buChar char=""/>
            </a:pPr>
            <a:r>
              <a:rPr lang="en-AU" altLang="en-US" dirty="0"/>
              <a:t>For you</a:t>
            </a:r>
          </a:p>
          <a:p>
            <a:pPr lvl="2">
              <a:buClr>
                <a:srgbClr val="008040"/>
              </a:buClr>
              <a:buSzPct val="90000"/>
              <a:buFont typeface="Wingdings" pitchFamily="2" charset="2"/>
              <a:buChar char=""/>
            </a:pPr>
            <a:r>
              <a:rPr lang="en-AU" altLang="en-US" sz="2000" dirty="0"/>
              <a:t>Review any mistakes you’ve made and work on avoiding them.</a:t>
            </a:r>
          </a:p>
          <a:p>
            <a:pPr lvl="2">
              <a:buClr>
                <a:srgbClr val="008040"/>
              </a:buClr>
              <a:buSzPct val="90000"/>
              <a:buFont typeface="Wingdings" pitchFamily="2" charset="2"/>
              <a:buChar char=""/>
            </a:pPr>
            <a:r>
              <a:rPr lang="en-AU" altLang="en-US" sz="2000" dirty="0"/>
              <a:t>Read through the feedback provided and seek clarification if anything is unclear.</a:t>
            </a:r>
          </a:p>
          <a:p>
            <a:pPr lvl="1">
              <a:buClr>
                <a:srgbClr val="008040"/>
              </a:buClr>
              <a:buSzPct val="90000"/>
              <a:buFont typeface="Wingdings" pitchFamily="2" charset="2"/>
              <a:buChar char=""/>
            </a:pPr>
            <a:r>
              <a:rPr lang="en-AU" altLang="en-US" sz="2800" dirty="0"/>
              <a:t>For me</a:t>
            </a:r>
          </a:p>
          <a:p>
            <a:pPr lvl="2">
              <a:buClr>
                <a:srgbClr val="008040"/>
              </a:buClr>
              <a:buSzPct val="90000"/>
              <a:buFont typeface="Wingdings" pitchFamily="2" charset="2"/>
              <a:buChar char=""/>
            </a:pPr>
            <a:r>
              <a:rPr lang="en-AU" altLang="en-US" sz="2000" dirty="0"/>
              <a:t>I’d like to know how effectively I’m teaching.</a:t>
            </a:r>
          </a:p>
          <a:p>
            <a:pPr lvl="2">
              <a:buClr>
                <a:srgbClr val="008040"/>
              </a:buClr>
              <a:buSzPct val="90000"/>
              <a:buFont typeface="Wingdings" pitchFamily="2" charset="2"/>
              <a:buChar char=""/>
            </a:pPr>
            <a:r>
              <a:rPr lang="en-AU" altLang="en-US" sz="2000" dirty="0"/>
              <a:t>I’m also interested in what else I can do to help you learn better. Please share your thoughts promptly—don’t wait until </a:t>
            </a:r>
            <a:r>
              <a:rPr lang="en-AU" altLang="en-US" sz="2000" dirty="0" err="1"/>
              <a:t>eValuate</a:t>
            </a:r>
            <a:r>
              <a:rPr lang="en-AU" altLang="en-US" sz="2000" dirty="0"/>
              <a:t>!</a:t>
            </a:r>
            <a:r>
              <a:rPr lang="en-AU" altLang="en-US" sz="2000" i="1" dirty="0"/>
              <a:t>! </a:t>
            </a:r>
          </a:p>
        </p:txBody>
      </p:sp>
      <p:sp>
        <p:nvSpPr>
          <p:cNvPr id="54276" name="Text Box 3">
            <a:extLst>
              <a:ext uri="{FF2B5EF4-FFF2-40B4-BE49-F238E27FC236}">
                <a16:creationId xmlns:a16="http://schemas.microsoft.com/office/drawing/2014/main" id="{2EB71694-4E3F-9967-F65D-3B408BF53A80}"/>
              </a:ext>
            </a:extLst>
          </p:cNvPr>
          <p:cNvSpPr txBox="1">
            <a:spLocks noChangeArrowheads="1"/>
          </p:cNvSpPr>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Trebuchet MS" panose="020B070302020209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Trebuchet MS" panose="020B070302020209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rebuchet MS" panose="020B070302020209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Trebuchet MS" panose="020B0703020202090204" pitchFamily="34" charset="0"/>
                <a:ea typeface="ＭＳ Ｐゴシック" panose="020B0600070205080204" pitchFamily="34" charset="-128"/>
              </a:defRPr>
            </a:lvl9pPr>
          </a:lstStyle>
          <a:p>
            <a:pPr algn="r">
              <a:spcBef>
                <a:spcPct val="0"/>
              </a:spcBef>
              <a:buClrTx/>
              <a:buFontTx/>
              <a:buNone/>
            </a:pPr>
            <a:fld id="{A3D99236-16E9-F84D-8A0F-4289988DB6F8}" type="slidenum">
              <a:rPr lang="en-US" altLang="en-US" sz="1400"/>
              <a:pPr algn="r">
                <a:spcBef>
                  <a:spcPct val="0"/>
                </a:spcBef>
                <a:buClrTx/>
                <a:buFontTx/>
                <a:buNone/>
              </a:pPr>
              <a:t>25</a:t>
            </a:fld>
            <a:endParaRPr lang="en-US" altLang="en-US" sz="140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Droplet</Template>
  <TotalTime>7660</TotalTime>
  <Words>1287</Words>
  <Application>Microsoft Macintosh PowerPoint</Application>
  <PresentationFormat>On-screen Show (4:3)</PresentationFormat>
  <Paragraphs>241</Paragraphs>
  <Slides>25</Slides>
  <Notes>25</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Times New Roman</vt:lpstr>
      <vt:lpstr>Trebuchet MS</vt:lpstr>
      <vt:lpstr>Tw Cen MT</vt:lpstr>
      <vt:lpstr>Wingdings</vt:lpstr>
      <vt:lpstr>Droplet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 Concepts of Cyber Security 220/520</dc:title>
  <dc:creator>Mihai Lazarescu</dc:creator>
  <cp:lastModifiedBy>Zhichao Wang</cp:lastModifiedBy>
  <cp:revision>145</cp:revision>
  <cp:lastPrinted>1601-01-01T00:00:00Z</cp:lastPrinted>
  <dcterms:created xsi:type="dcterms:W3CDTF">2013-02-11T13:52:50Z</dcterms:created>
  <dcterms:modified xsi:type="dcterms:W3CDTF">2025-07-24T03:07:18Z</dcterms:modified>
</cp:coreProperties>
</file>